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6" r:id="rId3"/>
    <p:sldId id="277" r:id="rId4"/>
    <p:sldId id="285" r:id="rId5"/>
    <p:sldId id="288" r:id="rId6"/>
    <p:sldId id="301" r:id="rId7"/>
    <p:sldId id="289" r:id="rId8"/>
    <p:sldId id="293" r:id="rId9"/>
    <p:sldId id="302" r:id="rId10"/>
    <p:sldId id="291" r:id="rId11"/>
    <p:sldId id="304" r:id="rId12"/>
    <p:sldId id="294" r:id="rId13"/>
    <p:sldId id="303" r:id="rId14"/>
    <p:sldId id="305" r:id="rId15"/>
    <p:sldId id="307" r:id="rId16"/>
    <p:sldId id="292" r:id="rId17"/>
    <p:sldId id="295" r:id="rId18"/>
    <p:sldId id="306" r:id="rId19"/>
    <p:sldId id="297" r:id="rId20"/>
    <p:sldId id="298" r:id="rId21"/>
    <p:sldId id="308" r:id="rId22"/>
    <p:sldId id="29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65650" autoAdjust="0"/>
  </p:normalViewPr>
  <p:slideViewPr>
    <p:cSldViewPr snapToGrid="0" showGuides="1">
      <p:cViewPr varScale="1">
        <p:scale>
          <a:sx n="105" d="100"/>
          <a:sy n="105" d="100"/>
        </p:scale>
        <p:origin x="2440" y="76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193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493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060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732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441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215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291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57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6782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735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407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599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354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394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9388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2281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8253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881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adelanovic/IST687_FAA_Wildstrikes" TargetMode="External"/><Relationship Id="rId5" Type="http://schemas.openxmlformats.org/officeDocument/2006/relationships/hyperlink" Target="https://wildlife.faa.gov/home" TargetMode="External"/><Relationship Id="rId4" Type="http://schemas.openxmlformats.org/officeDocument/2006/relationships/hyperlink" Target="https://faawildstrikes.streamlit.app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hyperlink" Target="https://www.allaboutbirds.org/news/the-basics-how-why-and-where-of-bird-migration/" TargetMode="External"/><Relationship Id="rId4" Type="http://schemas.openxmlformats.org/officeDocument/2006/relationships/hyperlink" Target="https://birdcast.org/science-center/peak-migration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C3F36F-84A8-B275-D577-A1806F0CF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81" r="7595" b="9092"/>
          <a:stretch>
            <a:fillRect/>
          </a:stretch>
        </p:blipFill>
        <p:spPr bwMode="auto">
          <a:xfrm>
            <a:off x="-2" y="10"/>
            <a:ext cx="8668512" cy="6857990"/>
          </a:xfrm>
          <a:prstGeom prst="rect">
            <a:avLst/>
          </a:prstGeom>
          <a:noFill/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000" b="1">
                <a:solidFill>
                  <a:schemeClr val="bg1"/>
                </a:solidFill>
              </a:rPr>
              <a:t>Aviation Wildlife Strike Risk: </a:t>
            </a:r>
            <a:br>
              <a:rPr lang="en-US" sz="3000">
                <a:solidFill>
                  <a:schemeClr val="bg1"/>
                </a:solidFill>
              </a:rPr>
            </a:br>
            <a:r>
              <a:rPr lang="en-US" sz="3000">
                <a:solidFill>
                  <a:schemeClr val="bg1"/>
                </a:solidFill>
              </a:rPr>
              <a:t>An analysis of FAA Wildlife strike reports</a:t>
            </a:r>
            <a:br>
              <a:rPr lang="en-US" sz="3000">
                <a:solidFill>
                  <a:schemeClr val="bg1"/>
                </a:solidFill>
              </a:rPr>
            </a:br>
            <a:br>
              <a:rPr lang="en-US" sz="3000">
                <a:solidFill>
                  <a:schemeClr val="bg1"/>
                </a:solidFill>
              </a:rPr>
            </a:br>
            <a:endParaRPr lang="en-US" sz="30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A2DC1D-DB72-89D0-529D-D52186673F22}"/>
              </a:ext>
            </a:extLst>
          </p:cNvPr>
          <p:cNvSpPr txBox="1"/>
          <p:nvPr/>
        </p:nvSpPr>
        <p:spPr>
          <a:xfrm>
            <a:off x="7848600" y="4872922"/>
            <a:ext cx="4023360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>
                <a:solidFill>
                  <a:schemeClr val="bg1"/>
                </a:solidFill>
              </a:rPr>
              <a:t>A. Delanovic 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IST 687 Introduction to Applied Data Science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Syracuse University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September 2026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CURRENT SITUATION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5D8990-EE28-4C03-1226-0961A73C63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661" y="1538636"/>
            <a:ext cx="7221962" cy="43331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64395A-AB30-A35D-5252-08F132931036}"/>
              </a:ext>
            </a:extLst>
          </p:cNvPr>
          <p:cNvSpPr txBox="1"/>
          <p:nvPr/>
        </p:nvSpPr>
        <p:spPr>
          <a:xfrm>
            <a:off x="2043112" y="752725"/>
            <a:ext cx="9278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Reporting has grown approximately 12x but damage has not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C031A-341B-A935-9671-E22CBE63E911}"/>
              </a:ext>
            </a:extLst>
          </p:cNvPr>
          <p:cNvSpPr txBox="1"/>
          <p:nvPr/>
        </p:nvSpPr>
        <p:spPr>
          <a:xfrm>
            <a:off x="596766" y="2042002"/>
            <a:ext cx="3907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a 2x growth in annual damaging strikes over the same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Share of reports involving damage decreased drastically</a:t>
            </a: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DATA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1076604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MARKET ANALYSIS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3243403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TECHNICAL ANALYSIS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5410201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FINANCIAL ANALYSIS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7577000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ECONOMIC ANALYSIS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9745956" y="2886560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ECOLOGICAL ANALYSIS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AA18108-5B8B-4147-84A7-D30A16BEC4EA}"/>
              </a:ext>
            </a:extLst>
          </p:cNvPr>
          <p:cNvSpPr/>
          <p:nvPr/>
        </p:nvSpPr>
        <p:spPr>
          <a:xfrm>
            <a:off x="886383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535E1C-6EBC-45D8-BCE1-D5B947A61FB6}"/>
              </a:ext>
            </a:extLst>
          </p:cNvPr>
          <p:cNvSpPr/>
          <p:nvPr/>
        </p:nvSpPr>
        <p:spPr>
          <a:xfrm>
            <a:off x="5219979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FF18A5-7B4E-4493-B38D-E732E033F82F}"/>
              </a:ext>
            </a:extLst>
          </p:cNvPr>
          <p:cNvSpPr/>
          <p:nvPr/>
        </p:nvSpPr>
        <p:spPr>
          <a:xfrm>
            <a:off x="7386779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CD242F-9A97-473E-8E17-3F6C3C75CE68}"/>
              </a:ext>
            </a:extLst>
          </p:cNvPr>
          <p:cNvSpPr/>
          <p:nvPr/>
        </p:nvSpPr>
        <p:spPr>
          <a:xfrm>
            <a:off x="9555735" y="3653603"/>
            <a:ext cx="1752042" cy="14416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400" dirty="0">
                <a:solidFill>
                  <a:schemeClr val="bg1"/>
                </a:solidFill>
                <a:cs typeface="Segoe UI" panose="020B0502040204020203" pitchFamily="34" charset="0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56" name="Freeform 4197" descr="Icon of shopping cart.">
            <a:extLst>
              <a:ext uri="{FF2B5EF4-FFF2-40B4-BE49-F238E27FC236}">
                <a16:creationId xmlns:a16="http://schemas.microsoft.com/office/drawing/2014/main" id="{DEC447B3-FDD1-438D-A671-84CC56DF3DFC}"/>
              </a:ext>
            </a:extLst>
          </p:cNvPr>
          <p:cNvSpPr>
            <a:spLocks noEditPoints="1"/>
          </p:cNvSpPr>
          <p:nvPr/>
        </p:nvSpPr>
        <p:spPr bwMode="auto">
          <a:xfrm>
            <a:off x="1572237" y="2313021"/>
            <a:ext cx="380334" cy="348640"/>
          </a:xfrm>
          <a:custGeom>
            <a:avLst/>
            <a:gdLst>
              <a:gd name="T0" fmla="*/ 540 w 901"/>
              <a:gd name="T1" fmla="*/ 161 h 826"/>
              <a:gd name="T2" fmla="*/ 360 w 901"/>
              <a:gd name="T3" fmla="*/ 255 h 826"/>
              <a:gd name="T4" fmla="*/ 360 w 901"/>
              <a:gd name="T5" fmla="*/ 255 h 826"/>
              <a:gd name="T6" fmla="*/ 201 w 901"/>
              <a:gd name="T7" fmla="*/ 255 h 826"/>
              <a:gd name="T8" fmla="*/ 749 w 901"/>
              <a:gd name="T9" fmla="*/ 46 h 826"/>
              <a:gd name="T10" fmla="*/ 692 w 901"/>
              <a:gd name="T11" fmla="*/ 248 h 826"/>
              <a:gd name="T12" fmla="*/ 568 w 901"/>
              <a:gd name="T13" fmla="*/ 103 h 826"/>
              <a:gd name="T14" fmla="*/ 556 w 901"/>
              <a:gd name="T15" fmla="*/ 104 h 826"/>
              <a:gd name="T16" fmla="*/ 341 w 901"/>
              <a:gd name="T17" fmla="*/ 135 h 826"/>
              <a:gd name="T18" fmla="*/ 333 w 901"/>
              <a:gd name="T19" fmla="*/ 141 h 826"/>
              <a:gd name="T20" fmla="*/ 330 w 901"/>
              <a:gd name="T21" fmla="*/ 255 h 826"/>
              <a:gd name="T22" fmla="*/ 120 w 901"/>
              <a:gd name="T23" fmla="*/ 4 h 826"/>
              <a:gd name="T24" fmla="*/ 109 w 901"/>
              <a:gd name="T25" fmla="*/ 0 h 826"/>
              <a:gd name="T26" fmla="*/ 5 w 901"/>
              <a:gd name="T27" fmla="*/ 48 h 826"/>
              <a:gd name="T28" fmla="*/ 0 w 901"/>
              <a:gd name="T29" fmla="*/ 58 h 826"/>
              <a:gd name="T30" fmla="*/ 82 w 901"/>
              <a:gd name="T31" fmla="*/ 255 h 826"/>
              <a:gd name="T32" fmla="*/ 5 w 901"/>
              <a:gd name="T33" fmla="*/ 259 h 826"/>
              <a:gd name="T34" fmla="*/ 0 w 901"/>
              <a:gd name="T35" fmla="*/ 271 h 826"/>
              <a:gd name="T36" fmla="*/ 120 w 901"/>
              <a:gd name="T37" fmla="*/ 643 h 826"/>
              <a:gd name="T38" fmla="*/ 589 w 901"/>
              <a:gd name="T39" fmla="*/ 676 h 826"/>
              <a:gd name="T40" fmla="*/ 157 w 901"/>
              <a:gd name="T41" fmla="*/ 679 h 826"/>
              <a:gd name="T42" fmla="*/ 131 w 901"/>
              <a:gd name="T43" fmla="*/ 693 h 826"/>
              <a:gd name="T44" fmla="*/ 113 w 901"/>
              <a:gd name="T45" fmla="*/ 716 h 826"/>
              <a:gd name="T46" fmla="*/ 105 w 901"/>
              <a:gd name="T47" fmla="*/ 744 h 826"/>
              <a:gd name="T48" fmla="*/ 108 w 901"/>
              <a:gd name="T49" fmla="*/ 774 h 826"/>
              <a:gd name="T50" fmla="*/ 122 w 901"/>
              <a:gd name="T51" fmla="*/ 798 h 826"/>
              <a:gd name="T52" fmla="*/ 144 w 901"/>
              <a:gd name="T53" fmla="*/ 818 h 826"/>
              <a:gd name="T54" fmla="*/ 172 w 901"/>
              <a:gd name="T55" fmla="*/ 826 h 826"/>
              <a:gd name="T56" fmla="*/ 202 w 901"/>
              <a:gd name="T57" fmla="*/ 823 h 826"/>
              <a:gd name="T58" fmla="*/ 228 w 901"/>
              <a:gd name="T59" fmla="*/ 809 h 826"/>
              <a:gd name="T60" fmla="*/ 246 w 901"/>
              <a:gd name="T61" fmla="*/ 787 h 826"/>
              <a:gd name="T62" fmla="*/ 255 w 901"/>
              <a:gd name="T63" fmla="*/ 759 h 826"/>
              <a:gd name="T64" fmla="*/ 246 w 901"/>
              <a:gd name="T65" fmla="*/ 716 h 826"/>
              <a:gd name="T66" fmla="*/ 514 w 901"/>
              <a:gd name="T67" fmla="*/ 727 h 826"/>
              <a:gd name="T68" fmla="*/ 512 w 901"/>
              <a:gd name="T69" fmla="*/ 766 h 826"/>
              <a:gd name="T70" fmla="*/ 523 w 901"/>
              <a:gd name="T71" fmla="*/ 793 h 826"/>
              <a:gd name="T72" fmla="*/ 543 w 901"/>
              <a:gd name="T73" fmla="*/ 813 h 826"/>
              <a:gd name="T74" fmla="*/ 570 w 901"/>
              <a:gd name="T75" fmla="*/ 825 h 826"/>
              <a:gd name="T76" fmla="*/ 601 w 901"/>
              <a:gd name="T77" fmla="*/ 825 h 826"/>
              <a:gd name="T78" fmla="*/ 628 w 901"/>
              <a:gd name="T79" fmla="*/ 813 h 826"/>
              <a:gd name="T80" fmla="*/ 648 w 901"/>
              <a:gd name="T81" fmla="*/ 793 h 826"/>
              <a:gd name="T82" fmla="*/ 659 w 901"/>
              <a:gd name="T83" fmla="*/ 766 h 826"/>
              <a:gd name="T84" fmla="*/ 658 w 901"/>
              <a:gd name="T85" fmla="*/ 730 h 826"/>
              <a:gd name="T86" fmla="*/ 635 w 901"/>
              <a:gd name="T87" fmla="*/ 695 h 826"/>
              <a:gd name="T88" fmla="*/ 630 w 901"/>
              <a:gd name="T89" fmla="*/ 635 h 826"/>
              <a:gd name="T90" fmla="*/ 886 w 901"/>
              <a:gd name="T91" fmla="*/ 75 h 826"/>
              <a:gd name="T92" fmla="*/ 897 w 901"/>
              <a:gd name="T93" fmla="*/ 70 h 826"/>
              <a:gd name="T94" fmla="*/ 901 w 901"/>
              <a:gd name="T95" fmla="*/ 60 h 826"/>
              <a:gd name="T96" fmla="*/ 897 w 901"/>
              <a:gd name="T97" fmla="*/ 49 h 826"/>
              <a:gd name="T98" fmla="*/ 886 w 901"/>
              <a:gd name="T99" fmla="*/ 45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901" h="826">
                <a:moveTo>
                  <a:pt x="442" y="255"/>
                </a:moveTo>
                <a:lnTo>
                  <a:pt x="540" y="161"/>
                </a:lnTo>
                <a:lnTo>
                  <a:pt x="540" y="161"/>
                </a:lnTo>
                <a:lnTo>
                  <a:pt x="540" y="161"/>
                </a:lnTo>
                <a:lnTo>
                  <a:pt x="562" y="139"/>
                </a:lnTo>
                <a:lnTo>
                  <a:pt x="659" y="255"/>
                </a:lnTo>
                <a:lnTo>
                  <a:pt x="442" y="255"/>
                </a:lnTo>
                <a:close/>
                <a:moveTo>
                  <a:pt x="360" y="255"/>
                </a:moveTo>
                <a:lnTo>
                  <a:pt x="360" y="165"/>
                </a:lnTo>
                <a:lnTo>
                  <a:pt x="493" y="165"/>
                </a:lnTo>
                <a:lnTo>
                  <a:pt x="399" y="255"/>
                </a:lnTo>
                <a:lnTo>
                  <a:pt x="360" y="255"/>
                </a:lnTo>
                <a:close/>
                <a:moveTo>
                  <a:pt x="114" y="255"/>
                </a:moveTo>
                <a:lnTo>
                  <a:pt x="34" y="67"/>
                </a:lnTo>
                <a:lnTo>
                  <a:pt x="101" y="35"/>
                </a:lnTo>
                <a:lnTo>
                  <a:pt x="201" y="255"/>
                </a:lnTo>
                <a:lnTo>
                  <a:pt x="114" y="255"/>
                </a:lnTo>
                <a:close/>
                <a:moveTo>
                  <a:pt x="886" y="45"/>
                </a:moveTo>
                <a:lnTo>
                  <a:pt x="753" y="45"/>
                </a:lnTo>
                <a:lnTo>
                  <a:pt x="749" y="46"/>
                </a:lnTo>
                <a:lnTo>
                  <a:pt x="745" y="48"/>
                </a:lnTo>
                <a:lnTo>
                  <a:pt x="740" y="51"/>
                </a:lnTo>
                <a:lnTo>
                  <a:pt x="739" y="57"/>
                </a:lnTo>
                <a:lnTo>
                  <a:pt x="692" y="248"/>
                </a:lnTo>
                <a:lnTo>
                  <a:pt x="575" y="107"/>
                </a:lnTo>
                <a:lnTo>
                  <a:pt x="573" y="105"/>
                </a:lnTo>
                <a:lnTo>
                  <a:pt x="571" y="104"/>
                </a:lnTo>
                <a:lnTo>
                  <a:pt x="568" y="103"/>
                </a:lnTo>
                <a:lnTo>
                  <a:pt x="564" y="102"/>
                </a:lnTo>
                <a:lnTo>
                  <a:pt x="561" y="102"/>
                </a:lnTo>
                <a:lnTo>
                  <a:pt x="559" y="103"/>
                </a:lnTo>
                <a:lnTo>
                  <a:pt x="556" y="104"/>
                </a:lnTo>
                <a:lnTo>
                  <a:pt x="554" y="106"/>
                </a:lnTo>
                <a:lnTo>
                  <a:pt x="524" y="135"/>
                </a:lnTo>
                <a:lnTo>
                  <a:pt x="345" y="135"/>
                </a:lnTo>
                <a:lnTo>
                  <a:pt x="341" y="135"/>
                </a:lnTo>
                <a:lnTo>
                  <a:pt x="339" y="136"/>
                </a:lnTo>
                <a:lnTo>
                  <a:pt x="336" y="138"/>
                </a:lnTo>
                <a:lnTo>
                  <a:pt x="334" y="139"/>
                </a:lnTo>
                <a:lnTo>
                  <a:pt x="333" y="141"/>
                </a:lnTo>
                <a:lnTo>
                  <a:pt x="331" y="144"/>
                </a:lnTo>
                <a:lnTo>
                  <a:pt x="331" y="147"/>
                </a:lnTo>
                <a:lnTo>
                  <a:pt x="330" y="150"/>
                </a:lnTo>
                <a:lnTo>
                  <a:pt x="330" y="255"/>
                </a:lnTo>
                <a:lnTo>
                  <a:pt x="234" y="255"/>
                </a:lnTo>
                <a:lnTo>
                  <a:pt x="123" y="8"/>
                </a:lnTo>
                <a:lnTo>
                  <a:pt x="122" y="6"/>
                </a:lnTo>
                <a:lnTo>
                  <a:pt x="120" y="4"/>
                </a:lnTo>
                <a:lnTo>
                  <a:pt x="117" y="2"/>
                </a:lnTo>
                <a:lnTo>
                  <a:pt x="114" y="1"/>
                </a:lnTo>
                <a:lnTo>
                  <a:pt x="111" y="0"/>
                </a:lnTo>
                <a:lnTo>
                  <a:pt x="109" y="0"/>
                </a:lnTo>
                <a:lnTo>
                  <a:pt x="106" y="0"/>
                </a:lnTo>
                <a:lnTo>
                  <a:pt x="102" y="1"/>
                </a:lnTo>
                <a:lnTo>
                  <a:pt x="8" y="46"/>
                </a:lnTo>
                <a:lnTo>
                  <a:pt x="5" y="48"/>
                </a:lnTo>
                <a:lnTo>
                  <a:pt x="3" y="50"/>
                </a:lnTo>
                <a:lnTo>
                  <a:pt x="2" y="52"/>
                </a:lnTo>
                <a:lnTo>
                  <a:pt x="1" y="54"/>
                </a:lnTo>
                <a:lnTo>
                  <a:pt x="0" y="58"/>
                </a:lnTo>
                <a:lnTo>
                  <a:pt x="0" y="60"/>
                </a:lnTo>
                <a:lnTo>
                  <a:pt x="0" y="63"/>
                </a:lnTo>
                <a:lnTo>
                  <a:pt x="1" y="66"/>
                </a:lnTo>
                <a:lnTo>
                  <a:pt x="82" y="255"/>
                </a:lnTo>
                <a:lnTo>
                  <a:pt x="15" y="255"/>
                </a:lnTo>
                <a:lnTo>
                  <a:pt x="11" y="256"/>
                </a:lnTo>
                <a:lnTo>
                  <a:pt x="7" y="257"/>
                </a:lnTo>
                <a:lnTo>
                  <a:pt x="5" y="259"/>
                </a:lnTo>
                <a:lnTo>
                  <a:pt x="2" y="261"/>
                </a:lnTo>
                <a:lnTo>
                  <a:pt x="1" y="265"/>
                </a:lnTo>
                <a:lnTo>
                  <a:pt x="0" y="268"/>
                </a:lnTo>
                <a:lnTo>
                  <a:pt x="0" y="271"/>
                </a:lnTo>
                <a:lnTo>
                  <a:pt x="1" y="275"/>
                </a:lnTo>
                <a:lnTo>
                  <a:pt x="114" y="635"/>
                </a:lnTo>
                <a:lnTo>
                  <a:pt x="116" y="640"/>
                </a:lnTo>
                <a:lnTo>
                  <a:pt x="120" y="643"/>
                </a:lnTo>
                <a:lnTo>
                  <a:pt x="123" y="645"/>
                </a:lnTo>
                <a:lnTo>
                  <a:pt x="128" y="646"/>
                </a:lnTo>
                <a:lnTo>
                  <a:pt x="596" y="646"/>
                </a:lnTo>
                <a:lnTo>
                  <a:pt x="589" y="676"/>
                </a:lnTo>
                <a:lnTo>
                  <a:pt x="180" y="676"/>
                </a:lnTo>
                <a:lnTo>
                  <a:pt x="172" y="676"/>
                </a:lnTo>
                <a:lnTo>
                  <a:pt x="165" y="677"/>
                </a:lnTo>
                <a:lnTo>
                  <a:pt x="157" y="679"/>
                </a:lnTo>
                <a:lnTo>
                  <a:pt x="151" y="682"/>
                </a:lnTo>
                <a:lnTo>
                  <a:pt x="144" y="685"/>
                </a:lnTo>
                <a:lnTo>
                  <a:pt x="138" y="689"/>
                </a:lnTo>
                <a:lnTo>
                  <a:pt x="131" y="693"/>
                </a:lnTo>
                <a:lnTo>
                  <a:pt x="127" y="698"/>
                </a:lnTo>
                <a:lnTo>
                  <a:pt x="122" y="703"/>
                </a:lnTo>
                <a:lnTo>
                  <a:pt x="117" y="709"/>
                </a:lnTo>
                <a:lnTo>
                  <a:pt x="113" y="716"/>
                </a:lnTo>
                <a:lnTo>
                  <a:pt x="110" y="722"/>
                </a:lnTo>
                <a:lnTo>
                  <a:pt x="108" y="729"/>
                </a:lnTo>
                <a:lnTo>
                  <a:pt x="106" y="736"/>
                </a:lnTo>
                <a:lnTo>
                  <a:pt x="105" y="744"/>
                </a:lnTo>
                <a:lnTo>
                  <a:pt x="105" y="751"/>
                </a:lnTo>
                <a:lnTo>
                  <a:pt x="105" y="759"/>
                </a:lnTo>
                <a:lnTo>
                  <a:pt x="106" y="766"/>
                </a:lnTo>
                <a:lnTo>
                  <a:pt x="108" y="774"/>
                </a:lnTo>
                <a:lnTo>
                  <a:pt x="110" y="780"/>
                </a:lnTo>
                <a:lnTo>
                  <a:pt x="113" y="787"/>
                </a:lnTo>
                <a:lnTo>
                  <a:pt x="117" y="793"/>
                </a:lnTo>
                <a:lnTo>
                  <a:pt x="122" y="798"/>
                </a:lnTo>
                <a:lnTo>
                  <a:pt x="127" y="804"/>
                </a:lnTo>
                <a:lnTo>
                  <a:pt x="131" y="809"/>
                </a:lnTo>
                <a:lnTo>
                  <a:pt x="138" y="813"/>
                </a:lnTo>
                <a:lnTo>
                  <a:pt x="144" y="818"/>
                </a:lnTo>
                <a:lnTo>
                  <a:pt x="151" y="821"/>
                </a:lnTo>
                <a:lnTo>
                  <a:pt x="157" y="823"/>
                </a:lnTo>
                <a:lnTo>
                  <a:pt x="165" y="825"/>
                </a:lnTo>
                <a:lnTo>
                  <a:pt x="172" y="826"/>
                </a:lnTo>
                <a:lnTo>
                  <a:pt x="180" y="826"/>
                </a:lnTo>
                <a:lnTo>
                  <a:pt x="187" y="826"/>
                </a:lnTo>
                <a:lnTo>
                  <a:pt x="195" y="825"/>
                </a:lnTo>
                <a:lnTo>
                  <a:pt x="202" y="823"/>
                </a:lnTo>
                <a:lnTo>
                  <a:pt x="209" y="821"/>
                </a:lnTo>
                <a:lnTo>
                  <a:pt x="215" y="818"/>
                </a:lnTo>
                <a:lnTo>
                  <a:pt x="221" y="813"/>
                </a:lnTo>
                <a:lnTo>
                  <a:pt x="228" y="809"/>
                </a:lnTo>
                <a:lnTo>
                  <a:pt x="233" y="804"/>
                </a:lnTo>
                <a:lnTo>
                  <a:pt x="238" y="798"/>
                </a:lnTo>
                <a:lnTo>
                  <a:pt x="242" y="793"/>
                </a:lnTo>
                <a:lnTo>
                  <a:pt x="246" y="787"/>
                </a:lnTo>
                <a:lnTo>
                  <a:pt x="249" y="780"/>
                </a:lnTo>
                <a:lnTo>
                  <a:pt x="251" y="774"/>
                </a:lnTo>
                <a:lnTo>
                  <a:pt x="254" y="766"/>
                </a:lnTo>
                <a:lnTo>
                  <a:pt x="255" y="759"/>
                </a:lnTo>
                <a:lnTo>
                  <a:pt x="255" y="751"/>
                </a:lnTo>
                <a:lnTo>
                  <a:pt x="254" y="738"/>
                </a:lnTo>
                <a:lnTo>
                  <a:pt x="250" y="727"/>
                </a:lnTo>
                <a:lnTo>
                  <a:pt x="246" y="716"/>
                </a:lnTo>
                <a:lnTo>
                  <a:pt x="240" y="706"/>
                </a:lnTo>
                <a:lnTo>
                  <a:pt x="526" y="706"/>
                </a:lnTo>
                <a:lnTo>
                  <a:pt x="519" y="716"/>
                </a:lnTo>
                <a:lnTo>
                  <a:pt x="514" y="727"/>
                </a:lnTo>
                <a:lnTo>
                  <a:pt x="511" y="738"/>
                </a:lnTo>
                <a:lnTo>
                  <a:pt x="510" y="751"/>
                </a:lnTo>
                <a:lnTo>
                  <a:pt x="511" y="759"/>
                </a:lnTo>
                <a:lnTo>
                  <a:pt x="512" y="766"/>
                </a:lnTo>
                <a:lnTo>
                  <a:pt x="514" y="774"/>
                </a:lnTo>
                <a:lnTo>
                  <a:pt x="516" y="780"/>
                </a:lnTo>
                <a:lnTo>
                  <a:pt x="519" y="787"/>
                </a:lnTo>
                <a:lnTo>
                  <a:pt x="523" y="793"/>
                </a:lnTo>
                <a:lnTo>
                  <a:pt x="528" y="798"/>
                </a:lnTo>
                <a:lnTo>
                  <a:pt x="532" y="804"/>
                </a:lnTo>
                <a:lnTo>
                  <a:pt x="538" y="809"/>
                </a:lnTo>
                <a:lnTo>
                  <a:pt x="543" y="813"/>
                </a:lnTo>
                <a:lnTo>
                  <a:pt x="549" y="818"/>
                </a:lnTo>
                <a:lnTo>
                  <a:pt x="556" y="821"/>
                </a:lnTo>
                <a:lnTo>
                  <a:pt x="563" y="823"/>
                </a:lnTo>
                <a:lnTo>
                  <a:pt x="570" y="825"/>
                </a:lnTo>
                <a:lnTo>
                  <a:pt x="577" y="826"/>
                </a:lnTo>
                <a:lnTo>
                  <a:pt x="586" y="826"/>
                </a:lnTo>
                <a:lnTo>
                  <a:pt x="593" y="826"/>
                </a:lnTo>
                <a:lnTo>
                  <a:pt x="601" y="825"/>
                </a:lnTo>
                <a:lnTo>
                  <a:pt x="607" y="823"/>
                </a:lnTo>
                <a:lnTo>
                  <a:pt x="615" y="821"/>
                </a:lnTo>
                <a:lnTo>
                  <a:pt x="621" y="818"/>
                </a:lnTo>
                <a:lnTo>
                  <a:pt x="628" y="813"/>
                </a:lnTo>
                <a:lnTo>
                  <a:pt x="633" y="809"/>
                </a:lnTo>
                <a:lnTo>
                  <a:pt x="638" y="804"/>
                </a:lnTo>
                <a:lnTo>
                  <a:pt x="644" y="798"/>
                </a:lnTo>
                <a:lnTo>
                  <a:pt x="648" y="793"/>
                </a:lnTo>
                <a:lnTo>
                  <a:pt x="651" y="787"/>
                </a:lnTo>
                <a:lnTo>
                  <a:pt x="654" y="780"/>
                </a:lnTo>
                <a:lnTo>
                  <a:pt x="658" y="774"/>
                </a:lnTo>
                <a:lnTo>
                  <a:pt x="659" y="766"/>
                </a:lnTo>
                <a:lnTo>
                  <a:pt x="660" y="759"/>
                </a:lnTo>
                <a:lnTo>
                  <a:pt x="661" y="751"/>
                </a:lnTo>
                <a:lnTo>
                  <a:pt x="660" y="740"/>
                </a:lnTo>
                <a:lnTo>
                  <a:pt x="658" y="730"/>
                </a:lnTo>
                <a:lnTo>
                  <a:pt x="653" y="720"/>
                </a:lnTo>
                <a:lnTo>
                  <a:pt x="649" y="710"/>
                </a:lnTo>
                <a:lnTo>
                  <a:pt x="643" y="702"/>
                </a:lnTo>
                <a:lnTo>
                  <a:pt x="635" y="695"/>
                </a:lnTo>
                <a:lnTo>
                  <a:pt x="627" y="689"/>
                </a:lnTo>
                <a:lnTo>
                  <a:pt x="618" y="684"/>
                </a:lnTo>
                <a:lnTo>
                  <a:pt x="629" y="637"/>
                </a:lnTo>
                <a:lnTo>
                  <a:pt x="630" y="635"/>
                </a:lnTo>
                <a:lnTo>
                  <a:pt x="630" y="634"/>
                </a:lnTo>
                <a:lnTo>
                  <a:pt x="717" y="274"/>
                </a:lnTo>
                <a:lnTo>
                  <a:pt x="765" y="75"/>
                </a:lnTo>
                <a:lnTo>
                  <a:pt x="886" y="75"/>
                </a:lnTo>
                <a:lnTo>
                  <a:pt x="889" y="75"/>
                </a:lnTo>
                <a:lnTo>
                  <a:pt x="891" y="74"/>
                </a:lnTo>
                <a:lnTo>
                  <a:pt x="895" y="73"/>
                </a:lnTo>
                <a:lnTo>
                  <a:pt x="897" y="70"/>
                </a:lnTo>
                <a:lnTo>
                  <a:pt x="899" y="68"/>
                </a:lnTo>
                <a:lnTo>
                  <a:pt x="900" y="66"/>
                </a:lnTo>
                <a:lnTo>
                  <a:pt x="901" y="63"/>
                </a:lnTo>
                <a:lnTo>
                  <a:pt x="901" y="60"/>
                </a:lnTo>
                <a:lnTo>
                  <a:pt x="901" y="57"/>
                </a:lnTo>
                <a:lnTo>
                  <a:pt x="900" y="54"/>
                </a:lnTo>
                <a:lnTo>
                  <a:pt x="899" y="51"/>
                </a:lnTo>
                <a:lnTo>
                  <a:pt x="897" y="49"/>
                </a:lnTo>
                <a:lnTo>
                  <a:pt x="895" y="47"/>
                </a:lnTo>
                <a:lnTo>
                  <a:pt x="891" y="46"/>
                </a:lnTo>
                <a:lnTo>
                  <a:pt x="889" y="45"/>
                </a:lnTo>
                <a:lnTo>
                  <a:pt x="886" y="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Freeform 4344" descr="Icon of wrench. ">
            <a:extLst>
              <a:ext uri="{FF2B5EF4-FFF2-40B4-BE49-F238E27FC236}">
                <a16:creationId xmlns:a16="http://schemas.microsoft.com/office/drawing/2014/main" id="{C131659B-1A41-4821-9349-1E69BBBB560E}"/>
              </a:ext>
            </a:extLst>
          </p:cNvPr>
          <p:cNvSpPr>
            <a:spLocks/>
          </p:cNvSpPr>
          <p:nvPr/>
        </p:nvSpPr>
        <p:spPr bwMode="auto">
          <a:xfrm>
            <a:off x="3742205" y="2300343"/>
            <a:ext cx="373996" cy="373996"/>
          </a:xfrm>
          <a:custGeom>
            <a:avLst/>
            <a:gdLst>
              <a:gd name="T0" fmla="*/ 853 w 886"/>
              <a:gd name="T1" fmla="*/ 137 h 886"/>
              <a:gd name="T2" fmla="*/ 842 w 886"/>
              <a:gd name="T3" fmla="*/ 134 h 886"/>
              <a:gd name="T4" fmla="*/ 833 w 886"/>
              <a:gd name="T5" fmla="*/ 138 h 886"/>
              <a:gd name="T6" fmla="*/ 646 w 886"/>
              <a:gd name="T7" fmla="*/ 172 h 886"/>
              <a:gd name="T8" fmla="*/ 754 w 886"/>
              <a:gd name="T9" fmla="*/ 46 h 886"/>
              <a:gd name="T10" fmla="*/ 754 w 886"/>
              <a:gd name="T11" fmla="*/ 37 h 886"/>
              <a:gd name="T12" fmla="*/ 747 w 886"/>
              <a:gd name="T13" fmla="*/ 29 h 886"/>
              <a:gd name="T14" fmla="*/ 704 w 886"/>
              <a:gd name="T15" fmla="*/ 12 h 886"/>
              <a:gd name="T16" fmla="*/ 659 w 886"/>
              <a:gd name="T17" fmla="*/ 2 h 886"/>
              <a:gd name="T18" fmla="*/ 615 w 886"/>
              <a:gd name="T19" fmla="*/ 0 h 886"/>
              <a:gd name="T20" fmla="*/ 577 w 886"/>
              <a:gd name="T21" fmla="*/ 6 h 886"/>
              <a:gd name="T22" fmla="*/ 539 w 886"/>
              <a:gd name="T23" fmla="*/ 15 h 886"/>
              <a:gd name="T24" fmla="*/ 505 w 886"/>
              <a:gd name="T25" fmla="*/ 31 h 886"/>
              <a:gd name="T26" fmla="*/ 473 w 886"/>
              <a:gd name="T27" fmla="*/ 52 h 886"/>
              <a:gd name="T28" fmla="*/ 443 w 886"/>
              <a:gd name="T29" fmla="*/ 76 h 886"/>
              <a:gd name="T30" fmla="*/ 405 w 886"/>
              <a:gd name="T31" fmla="*/ 124 h 886"/>
              <a:gd name="T32" fmla="*/ 380 w 886"/>
              <a:gd name="T33" fmla="*/ 178 h 886"/>
              <a:gd name="T34" fmla="*/ 368 w 886"/>
              <a:gd name="T35" fmla="*/ 235 h 886"/>
              <a:gd name="T36" fmla="*/ 368 w 886"/>
              <a:gd name="T37" fmla="*/ 293 h 886"/>
              <a:gd name="T38" fmla="*/ 382 w 886"/>
              <a:gd name="T39" fmla="*/ 351 h 886"/>
              <a:gd name="T40" fmla="*/ 21 w 886"/>
              <a:gd name="T41" fmla="*/ 738 h 886"/>
              <a:gd name="T42" fmla="*/ 7 w 886"/>
              <a:gd name="T43" fmla="*/ 762 h 886"/>
              <a:gd name="T44" fmla="*/ 1 w 886"/>
              <a:gd name="T45" fmla="*/ 787 h 886"/>
              <a:gd name="T46" fmla="*/ 2 w 886"/>
              <a:gd name="T47" fmla="*/ 813 h 886"/>
              <a:gd name="T48" fmla="*/ 11 w 886"/>
              <a:gd name="T49" fmla="*/ 838 h 886"/>
              <a:gd name="T50" fmla="*/ 27 w 886"/>
              <a:gd name="T51" fmla="*/ 860 h 886"/>
              <a:gd name="T52" fmla="*/ 48 w 886"/>
              <a:gd name="T53" fmla="*/ 875 h 886"/>
              <a:gd name="T54" fmla="*/ 73 w 886"/>
              <a:gd name="T55" fmla="*/ 884 h 886"/>
              <a:gd name="T56" fmla="*/ 99 w 886"/>
              <a:gd name="T57" fmla="*/ 885 h 886"/>
              <a:gd name="T58" fmla="*/ 125 w 886"/>
              <a:gd name="T59" fmla="*/ 879 h 886"/>
              <a:gd name="T60" fmla="*/ 148 w 886"/>
              <a:gd name="T61" fmla="*/ 866 h 886"/>
              <a:gd name="T62" fmla="*/ 530 w 886"/>
              <a:gd name="T63" fmla="*/ 502 h 886"/>
              <a:gd name="T64" fmla="*/ 570 w 886"/>
              <a:gd name="T65" fmla="*/ 515 h 886"/>
              <a:gd name="T66" fmla="*/ 612 w 886"/>
              <a:gd name="T67" fmla="*/ 520 h 886"/>
              <a:gd name="T68" fmla="*/ 626 w 886"/>
              <a:gd name="T69" fmla="*/ 520 h 886"/>
              <a:gd name="T70" fmla="*/ 664 w 886"/>
              <a:gd name="T71" fmla="*/ 518 h 886"/>
              <a:gd name="T72" fmla="*/ 702 w 886"/>
              <a:gd name="T73" fmla="*/ 509 h 886"/>
              <a:gd name="T74" fmla="*/ 737 w 886"/>
              <a:gd name="T75" fmla="*/ 496 h 886"/>
              <a:gd name="T76" fmla="*/ 769 w 886"/>
              <a:gd name="T77" fmla="*/ 477 h 886"/>
              <a:gd name="T78" fmla="*/ 800 w 886"/>
              <a:gd name="T79" fmla="*/ 454 h 886"/>
              <a:gd name="T80" fmla="*/ 837 w 886"/>
              <a:gd name="T81" fmla="*/ 413 h 886"/>
              <a:gd name="T82" fmla="*/ 867 w 886"/>
              <a:gd name="T83" fmla="*/ 360 h 886"/>
              <a:gd name="T84" fmla="*/ 883 w 886"/>
              <a:gd name="T85" fmla="*/ 301 h 886"/>
              <a:gd name="T86" fmla="*/ 885 w 886"/>
              <a:gd name="T87" fmla="*/ 241 h 886"/>
              <a:gd name="T88" fmla="*/ 873 w 886"/>
              <a:gd name="T89" fmla="*/ 181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86" h="886">
                <a:moveTo>
                  <a:pt x="857" y="143"/>
                </a:moveTo>
                <a:lnTo>
                  <a:pt x="855" y="139"/>
                </a:lnTo>
                <a:lnTo>
                  <a:pt x="853" y="137"/>
                </a:lnTo>
                <a:lnTo>
                  <a:pt x="849" y="135"/>
                </a:lnTo>
                <a:lnTo>
                  <a:pt x="846" y="133"/>
                </a:lnTo>
                <a:lnTo>
                  <a:pt x="842" y="134"/>
                </a:lnTo>
                <a:lnTo>
                  <a:pt x="839" y="135"/>
                </a:lnTo>
                <a:lnTo>
                  <a:pt x="836" y="136"/>
                </a:lnTo>
                <a:lnTo>
                  <a:pt x="833" y="138"/>
                </a:lnTo>
                <a:lnTo>
                  <a:pt x="712" y="259"/>
                </a:lnTo>
                <a:lnTo>
                  <a:pt x="646" y="259"/>
                </a:lnTo>
                <a:lnTo>
                  <a:pt x="646" y="172"/>
                </a:lnTo>
                <a:lnTo>
                  <a:pt x="751" y="53"/>
                </a:lnTo>
                <a:lnTo>
                  <a:pt x="753" y="49"/>
                </a:lnTo>
                <a:lnTo>
                  <a:pt x="754" y="46"/>
                </a:lnTo>
                <a:lnTo>
                  <a:pt x="755" y="43"/>
                </a:lnTo>
                <a:lnTo>
                  <a:pt x="755" y="39"/>
                </a:lnTo>
                <a:lnTo>
                  <a:pt x="754" y="37"/>
                </a:lnTo>
                <a:lnTo>
                  <a:pt x="752" y="33"/>
                </a:lnTo>
                <a:lnTo>
                  <a:pt x="750" y="31"/>
                </a:lnTo>
                <a:lnTo>
                  <a:pt x="747" y="29"/>
                </a:lnTo>
                <a:lnTo>
                  <a:pt x="733" y="23"/>
                </a:lnTo>
                <a:lnTo>
                  <a:pt x="719" y="16"/>
                </a:lnTo>
                <a:lnTo>
                  <a:pt x="704" y="12"/>
                </a:lnTo>
                <a:lnTo>
                  <a:pt x="689" y="8"/>
                </a:lnTo>
                <a:lnTo>
                  <a:pt x="674" y="5"/>
                </a:lnTo>
                <a:lnTo>
                  <a:pt x="659" y="2"/>
                </a:lnTo>
                <a:lnTo>
                  <a:pt x="643" y="1"/>
                </a:lnTo>
                <a:lnTo>
                  <a:pt x="628" y="0"/>
                </a:lnTo>
                <a:lnTo>
                  <a:pt x="615" y="0"/>
                </a:lnTo>
                <a:lnTo>
                  <a:pt x="602" y="1"/>
                </a:lnTo>
                <a:lnTo>
                  <a:pt x="589" y="3"/>
                </a:lnTo>
                <a:lnTo>
                  <a:pt x="577" y="6"/>
                </a:lnTo>
                <a:lnTo>
                  <a:pt x="564" y="8"/>
                </a:lnTo>
                <a:lnTo>
                  <a:pt x="552" y="11"/>
                </a:lnTo>
                <a:lnTo>
                  <a:pt x="539" y="15"/>
                </a:lnTo>
                <a:lnTo>
                  <a:pt x="527" y="19"/>
                </a:lnTo>
                <a:lnTo>
                  <a:pt x="516" y="25"/>
                </a:lnTo>
                <a:lnTo>
                  <a:pt x="505" y="31"/>
                </a:lnTo>
                <a:lnTo>
                  <a:pt x="493" y="37"/>
                </a:lnTo>
                <a:lnTo>
                  <a:pt x="482" y="44"/>
                </a:lnTo>
                <a:lnTo>
                  <a:pt x="473" y="52"/>
                </a:lnTo>
                <a:lnTo>
                  <a:pt x="462" y="59"/>
                </a:lnTo>
                <a:lnTo>
                  <a:pt x="452" y="68"/>
                </a:lnTo>
                <a:lnTo>
                  <a:pt x="443" y="76"/>
                </a:lnTo>
                <a:lnTo>
                  <a:pt x="429" y="91"/>
                </a:lnTo>
                <a:lnTo>
                  <a:pt x="416" y="107"/>
                </a:lnTo>
                <a:lnTo>
                  <a:pt x="405" y="124"/>
                </a:lnTo>
                <a:lnTo>
                  <a:pt x="396" y="141"/>
                </a:lnTo>
                <a:lnTo>
                  <a:pt x="387" y="160"/>
                </a:lnTo>
                <a:lnTo>
                  <a:pt x="380" y="178"/>
                </a:lnTo>
                <a:lnTo>
                  <a:pt x="374" y="196"/>
                </a:lnTo>
                <a:lnTo>
                  <a:pt x="370" y="215"/>
                </a:lnTo>
                <a:lnTo>
                  <a:pt x="368" y="235"/>
                </a:lnTo>
                <a:lnTo>
                  <a:pt x="366" y="254"/>
                </a:lnTo>
                <a:lnTo>
                  <a:pt x="367" y="274"/>
                </a:lnTo>
                <a:lnTo>
                  <a:pt x="368" y="293"/>
                </a:lnTo>
                <a:lnTo>
                  <a:pt x="371" y="313"/>
                </a:lnTo>
                <a:lnTo>
                  <a:pt x="376" y="332"/>
                </a:lnTo>
                <a:lnTo>
                  <a:pt x="382" y="351"/>
                </a:lnTo>
                <a:lnTo>
                  <a:pt x="390" y="369"/>
                </a:lnTo>
                <a:lnTo>
                  <a:pt x="27" y="732"/>
                </a:lnTo>
                <a:lnTo>
                  <a:pt x="21" y="738"/>
                </a:lnTo>
                <a:lnTo>
                  <a:pt x="16" y="746"/>
                </a:lnTo>
                <a:lnTo>
                  <a:pt x="11" y="753"/>
                </a:lnTo>
                <a:lnTo>
                  <a:pt x="7" y="762"/>
                </a:lnTo>
                <a:lnTo>
                  <a:pt x="4" y="769"/>
                </a:lnTo>
                <a:lnTo>
                  <a:pt x="2" y="778"/>
                </a:lnTo>
                <a:lnTo>
                  <a:pt x="1" y="787"/>
                </a:lnTo>
                <a:lnTo>
                  <a:pt x="0" y="796"/>
                </a:lnTo>
                <a:lnTo>
                  <a:pt x="1" y="805"/>
                </a:lnTo>
                <a:lnTo>
                  <a:pt x="2" y="813"/>
                </a:lnTo>
                <a:lnTo>
                  <a:pt x="4" y="822"/>
                </a:lnTo>
                <a:lnTo>
                  <a:pt x="7" y="830"/>
                </a:lnTo>
                <a:lnTo>
                  <a:pt x="11" y="838"/>
                </a:lnTo>
                <a:lnTo>
                  <a:pt x="15" y="845"/>
                </a:lnTo>
                <a:lnTo>
                  <a:pt x="20" y="853"/>
                </a:lnTo>
                <a:lnTo>
                  <a:pt x="27" y="860"/>
                </a:lnTo>
                <a:lnTo>
                  <a:pt x="33" y="866"/>
                </a:lnTo>
                <a:lnTo>
                  <a:pt x="41" y="871"/>
                </a:lnTo>
                <a:lnTo>
                  <a:pt x="48" y="875"/>
                </a:lnTo>
                <a:lnTo>
                  <a:pt x="55" y="879"/>
                </a:lnTo>
                <a:lnTo>
                  <a:pt x="64" y="882"/>
                </a:lnTo>
                <a:lnTo>
                  <a:pt x="73" y="884"/>
                </a:lnTo>
                <a:lnTo>
                  <a:pt x="81" y="885"/>
                </a:lnTo>
                <a:lnTo>
                  <a:pt x="91" y="886"/>
                </a:lnTo>
                <a:lnTo>
                  <a:pt x="99" y="885"/>
                </a:lnTo>
                <a:lnTo>
                  <a:pt x="108" y="884"/>
                </a:lnTo>
                <a:lnTo>
                  <a:pt x="116" y="882"/>
                </a:lnTo>
                <a:lnTo>
                  <a:pt x="125" y="879"/>
                </a:lnTo>
                <a:lnTo>
                  <a:pt x="133" y="875"/>
                </a:lnTo>
                <a:lnTo>
                  <a:pt x="140" y="871"/>
                </a:lnTo>
                <a:lnTo>
                  <a:pt x="148" y="866"/>
                </a:lnTo>
                <a:lnTo>
                  <a:pt x="154" y="860"/>
                </a:lnTo>
                <a:lnTo>
                  <a:pt x="517" y="497"/>
                </a:lnTo>
                <a:lnTo>
                  <a:pt x="530" y="502"/>
                </a:lnTo>
                <a:lnTo>
                  <a:pt x="543" y="507"/>
                </a:lnTo>
                <a:lnTo>
                  <a:pt x="556" y="512"/>
                </a:lnTo>
                <a:lnTo>
                  <a:pt x="570" y="515"/>
                </a:lnTo>
                <a:lnTo>
                  <a:pt x="584" y="517"/>
                </a:lnTo>
                <a:lnTo>
                  <a:pt x="598" y="519"/>
                </a:lnTo>
                <a:lnTo>
                  <a:pt x="612" y="520"/>
                </a:lnTo>
                <a:lnTo>
                  <a:pt x="626" y="520"/>
                </a:lnTo>
                <a:lnTo>
                  <a:pt x="626" y="520"/>
                </a:lnTo>
                <a:lnTo>
                  <a:pt x="626" y="520"/>
                </a:lnTo>
                <a:lnTo>
                  <a:pt x="639" y="520"/>
                </a:lnTo>
                <a:lnTo>
                  <a:pt x="651" y="519"/>
                </a:lnTo>
                <a:lnTo>
                  <a:pt x="664" y="518"/>
                </a:lnTo>
                <a:lnTo>
                  <a:pt x="677" y="516"/>
                </a:lnTo>
                <a:lnTo>
                  <a:pt x="689" y="513"/>
                </a:lnTo>
                <a:lnTo>
                  <a:pt x="702" y="509"/>
                </a:lnTo>
                <a:lnTo>
                  <a:pt x="714" y="505"/>
                </a:lnTo>
                <a:lnTo>
                  <a:pt x="725" y="501"/>
                </a:lnTo>
                <a:lnTo>
                  <a:pt x="737" y="496"/>
                </a:lnTo>
                <a:lnTo>
                  <a:pt x="748" y="490"/>
                </a:lnTo>
                <a:lnTo>
                  <a:pt x="758" y="484"/>
                </a:lnTo>
                <a:lnTo>
                  <a:pt x="769" y="477"/>
                </a:lnTo>
                <a:lnTo>
                  <a:pt x="780" y="470"/>
                </a:lnTo>
                <a:lnTo>
                  <a:pt x="791" y="462"/>
                </a:lnTo>
                <a:lnTo>
                  <a:pt x="800" y="454"/>
                </a:lnTo>
                <a:lnTo>
                  <a:pt x="810" y="444"/>
                </a:lnTo>
                <a:lnTo>
                  <a:pt x="824" y="429"/>
                </a:lnTo>
                <a:lnTo>
                  <a:pt x="837" y="413"/>
                </a:lnTo>
                <a:lnTo>
                  <a:pt x="848" y="396"/>
                </a:lnTo>
                <a:lnTo>
                  <a:pt x="858" y="378"/>
                </a:lnTo>
                <a:lnTo>
                  <a:pt x="867" y="360"/>
                </a:lnTo>
                <a:lnTo>
                  <a:pt x="873" y="340"/>
                </a:lnTo>
                <a:lnTo>
                  <a:pt x="878" y="321"/>
                </a:lnTo>
                <a:lnTo>
                  <a:pt x="883" y="301"/>
                </a:lnTo>
                <a:lnTo>
                  <a:pt x="885" y="282"/>
                </a:lnTo>
                <a:lnTo>
                  <a:pt x="886" y="261"/>
                </a:lnTo>
                <a:lnTo>
                  <a:pt x="885" y="241"/>
                </a:lnTo>
                <a:lnTo>
                  <a:pt x="883" y="221"/>
                </a:lnTo>
                <a:lnTo>
                  <a:pt x="878" y="200"/>
                </a:lnTo>
                <a:lnTo>
                  <a:pt x="873" y="181"/>
                </a:lnTo>
                <a:lnTo>
                  <a:pt x="865" y="162"/>
                </a:lnTo>
                <a:lnTo>
                  <a:pt x="857" y="14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58" name="Group 57" descr="Icon of money. ">
            <a:extLst>
              <a:ext uri="{FF2B5EF4-FFF2-40B4-BE49-F238E27FC236}">
                <a16:creationId xmlns:a16="http://schemas.microsoft.com/office/drawing/2014/main" id="{8FB81822-E09C-4A9F-BCD2-4BB20E38DA03}"/>
              </a:ext>
            </a:extLst>
          </p:cNvPr>
          <p:cNvGrpSpPr/>
          <p:nvPr/>
        </p:nvGrpSpPr>
        <p:grpSpPr>
          <a:xfrm>
            <a:off x="5905833" y="2296118"/>
            <a:ext cx="380334" cy="382447"/>
            <a:chOff x="3746500" y="1344613"/>
            <a:chExt cx="285750" cy="287338"/>
          </a:xfrm>
          <a:solidFill>
            <a:schemeClr val="bg1"/>
          </a:solidFill>
        </p:grpSpPr>
        <p:sp>
          <p:nvSpPr>
            <p:cNvPr id="59" name="Freeform 497">
              <a:extLst>
                <a:ext uri="{FF2B5EF4-FFF2-40B4-BE49-F238E27FC236}">
                  <a16:creationId xmlns:a16="http://schemas.microsoft.com/office/drawing/2014/main" id="{4325703C-49C2-4EC8-BBAF-CE488FCB0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0" y="1344613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498">
              <a:extLst>
                <a:ext uri="{FF2B5EF4-FFF2-40B4-BE49-F238E27FC236}">
                  <a16:creationId xmlns:a16="http://schemas.microsoft.com/office/drawing/2014/main" id="{A721923B-8DD3-47E1-B174-6D9950E778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5075" y="1373188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Freeform 499">
              <a:extLst>
                <a:ext uri="{FF2B5EF4-FFF2-40B4-BE49-F238E27FC236}">
                  <a16:creationId xmlns:a16="http://schemas.microsoft.com/office/drawing/2014/main" id="{A8E6691B-D48E-4F27-BFB8-39275098B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98613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Freeform 500">
              <a:extLst>
                <a:ext uri="{FF2B5EF4-FFF2-40B4-BE49-F238E27FC236}">
                  <a16:creationId xmlns:a16="http://schemas.microsoft.com/office/drawing/2014/main" id="{5839F0C0-A423-4156-855A-E09BBC0F1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474788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Freeform 501">
              <a:extLst>
                <a:ext uri="{FF2B5EF4-FFF2-40B4-BE49-F238E27FC236}">
                  <a16:creationId xmlns:a16="http://schemas.microsoft.com/office/drawing/2014/main" id="{DBE218E2-EA47-43F9-AF50-BC58701E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03363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Freeform 502">
              <a:extLst>
                <a:ext uri="{FF2B5EF4-FFF2-40B4-BE49-F238E27FC236}">
                  <a16:creationId xmlns:a16="http://schemas.microsoft.com/office/drawing/2014/main" id="{FB53FF3C-7C81-42D7-820B-328F8351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7480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Freeform 503">
              <a:extLst>
                <a:ext uri="{FF2B5EF4-FFF2-40B4-BE49-F238E27FC236}">
                  <a16:creationId xmlns:a16="http://schemas.microsoft.com/office/drawing/2014/main" id="{B2AFC166-3690-491C-BE8E-D33917F47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50988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Freeform 504">
              <a:extLst>
                <a:ext uri="{FF2B5EF4-FFF2-40B4-BE49-F238E27FC236}">
                  <a16:creationId xmlns:a16="http://schemas.microsoft.com/office/drawing/2014/main" id="{9740A41F-89FD-44D8-9D1F-332E7D538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025" y="152717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67" name="Group 66" descr="Icon of abacus. ">
            <a:extLst>
              <a:ext uri="{FF2B5EF4-FFF2-40B4-BE49-F238E27FC236}">
                <a16:creationId xmlns:a16="http://schemas.microsoft.com/office/drawing/2014/main" id="{201B668C-AA5F-454E-8E64-CEA32A839FB8}"/>
              </a:ext>
            </a:extLst>
          </p:cNvPr>
          <p:cNvGrpSpPr/>
          <p:nvPr/>
        </p:nvGrpSpPr>
        <p:grpSpPr>
          <a:xfrm>
            <a:off x="8071577" y="2296118"/>
            <a:ext cx="382447" cy="382447"/>
            <a:chOff x="877888" y="771525"/>
            <a:chExt cx="287338" cy="287338"/>
          </a:xfrm>
          <a:solidFill>
            <a:schemeClr val="bg1"/>
          </a:solidFill>
        </p:grpSpPr>
        <p:sp>
          <p:nvSpPr>
            <p:cNvPr id="68" name="Freeform 324">
              <a:extLst>
                <a:ext uri="{FF2B5EF4-FFF2-40B4-BE49-F238E27FC236}">
                  <a16:creationId xmlns:a16="http://schemas.microsoft.com/office/drawing/2014/main" id="{EEBBB4D9-8AD5-4868-B9F5-568F0C326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888" y="771525"/>
              <a:ext cx="61913" cy="287338"/>
            </a:xfrm>
            <a:custGeom>
              <a:avLst/>
              <a:gdLst>
                <a:gd name="T0" fmla="*/ 0 w 196"/>
                <a:gd name="T1" fmla="*/ 888 h 903"/>
                <a:gd name="T2" fmla="*/ 1 w 196"/>
                <a:gd name="T3" fmla="*/ 895 h 903"/>
                <a:gd name="T4" fmla="*/ 4 w 196"/>
                <a:gd name="T5" fmla="*/ 899 h 903"/>
                <a:gd name="T6" fmla="*/ 10 w 196"/>
                <a:gd name="T7" fmla="*/ 902 h 903"/>
                <a:gd name="T8" fmla="*/ 15 w 196"/>
                <a:gd name="T9" fmla="*/ 903 h 903"/>
                <a:gd name="T10" fmla="*/ 196 w 196"/>
                <a:gd name="T11" fmla="*/ 798 h 903"/>
                <a:gd name="T12" fmla="*/ 160 w 196"/>
                <a:gd name="T13" fmla="*/ 797 h 903"/>
                <a:gd name="T14" fmla="*/ 149 w 196"/>
                <a:gd name="T15" fmla="*/ 793 h 903"/>
                <a:gd name="T16" fmla="*/ 141 w 196"/>
                <a:gd name="T17" fmla="*/ 785 h 903"/>
                <a:gd name="T18" fmla="*/ 136 w 196"/>
                <a:gd name="T19" fmla="*/ 774 h 903"/>
                <a:gd name="T20" fmla="*/ 136 w 196"/>
                <a:gd name="T21" fmla="*/ 738 h 903"/>
                <a:gd name="T22" fmla="*/ 138 w 196"/>
                <a:gd name="T23" fmla="*/ 726 h 903"/>
                <a:gd name="T24" fmla="*/ 145 w 196"/>
                <a:gd name="T25" fmla="*/ 717 h 903"/>
                <a:gd name="T26" fmla="*/ 155 w 196"/>
                <a:gd name="T27" fmla="*/ 710 h 903"/>
                <a:gd name="T28" fmla="*/ 166 w 196"/>
                <a:gd name="T29" fmla="*/ 708 h 903"/>
                <a:gd name="T30" fmla="*/ 196 w 196"/>
                <a:gd name="T31" fmla="*/ 346 h 903"/>
                <a:gd name="T32" fmla="*/ 160 w 196"/>
                <a:gd name="T33" fmla="*/ 345 h 903"/>
                <a:gd name="T34" fmla="*/ 149 w 196"/>
                <a:gd name="T35" fmla="*/ 341 h 903"/>
                <a:gd name="T36" fmla="*/ 141 w 196"/>
                <a:gd name="T37" fmla="*/ 333 h 903"/>
                <a:gd name="T38" fmla="*/ 136 w 196"/>
                <a:gd name="T39" fmla="*/ 322 h 903"/>
                <a:gd name="T40" fmla="*/ 136 w 196"/>
                <a:gd name="T41" fmla="*/ 286 h 903"/>
                <a:gd name="T42" fmla="*/ 138 w 196"/>
                <a:gd name="T43" fmla="*/ 275 h 903"/>
                <a:gd name="T44" fmla="*/ 145 w 196"/>
                <a:gd name="T45" fmla="*/ 265 h 903"/>
                <a:gd name="T46" fmla="*/ 155 w 196"/>
                <a:gd name="T47" fmla="*/ 259 h 903"/>
                <a:gd name="T48" fmla="*/ 166 w 196"/>
                <a:gd name="T49" fmla="*/ 256 h 903"/>
                <a:gd name="T50" fmla="*/ 196 w 196"/>
                <a:gd name="T51" fmla="*/ 196 h 903"/>
                <a:gd name="T52" fmla="*/ 160 w 196"/>
                <a:gd name="T53" fmla="*/ 195 h 903"/>
                <a:gd name="T54" fmla="*/ 149 w 196"/>
                <a:gd name="T55" fmla="*/ 191 h 903"/>
                <a:gd name="T56" fmla="*/ 141 w 196"/>
                <a:gd name="T57" fmla="*/ 182 h 903"/>
                <a:gd name="T58" fmla="*/ 136 w 196"/>
                <a:gd name="T59" fmla="*/ 172 h 903"/>
                <a:gd name="T60" fmla="*/ 136 w 196"/>
                <a:gd name="T61" fmla="*/ 135 h 903"/>
                <a:gd name="T62" fmla="*/ 138 w 196"/>
                <a:gd name="T63" fmla="*/ 123 h 903"/>
                <a:gd name="T64" fmla="*/ 145 w 196"/>
                <a:gd name="T65" fmla="*/ 115 h 903"/>
                <a:gd name="T66" fmla="*/ 155 w 196"/>
                <a:gd name="T67" fmla="*/ 108 h 903"/>
                <a:gd name="T68" fmla="*/ 166 w 196"/>
                <a:gd name="T69" fmla="*/ 105 h 903"/>
                <a:gd name="T70" fmla="*/ 196 w 196"/>
                <a:gd name="T71" fmla="*/ 0 h 903"/>
                <a:gd name="T72" fmla="*/ 12 w 196"/>
                <a:gd name="T73" fmla="*/ 0 h 903"/>
                <a:gd name="T74" fmla="*/ 7 w 196"/>
                <a:gd name="T75" fmla="*/ 2 h 903"/>
                <a:gd name="T76" fmla="*/ 3 w 196"/>
                <a:gd name="T77" fmla="*/ 6 h 903"/>
                <a:gd name="T78" fmla="*/ 1 w 196"/>
                <a:gd name="T79" fmla="*/ 12 h 903"/>
                <a:gd name="T80" fmla="*/ 0 w 196"/>
                <a:gd name="T81" fmla="*/ 15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6" h="903">
                  <a:moveTo>
                    <a:pt x="0" y="15"/>
                  </a:moveTo>
                  <a:lnTo>
                    <a:pt x="0" y="888"/>
                  </a:lnTo>
                  <a:lnTo>
                    <a:pt x="1" y="891"/>
                  </a:lnTo>
                  <a:lnTo>
                    <a:pt x="1" y="895"/>
                  </a:lnTo>
                  <a:lnTo>
                    <a:pt x="3" y="897"/>
                  </a:lnTo>
                  <a:lnTo>
                    <a:pt x="4" y="899"/>
                  </a:lnTo>
                  <a:lnTo>
                    <a:pt x="7" y="901"/>
                  </a:lnTo>
                  <a:lnTo>
                    <a:pt x="10" y="902"/>
                  </a:lnTo>
                  <a:lnTo>
                    <a:pt x="12" y="903"/>
                  </a:lnTo>
                  <a:lnTo>
                    <a:pt x="15" y="903"/>
                  </a:lnTo>
                  <a:lnTo>
                    <a:pt x="196" y="903"/>
                  </a:lnTo>
                  <a:lnTo>
                    <a:pt x="196" y="798"/>
                  </a:lnTo>
                  <a:lnTo>
                    <a:pt x="166" y="798"/>
                  </a:lnTo>
                  <a:lnTo>
                    <a:pt x="160" y="797"/>
                  </a:lnTo>
                  <a:lnTo>
                    <a:pt x="155" y="796"/>
                  </a:lnTo>
                  <a:lnTo>
                    <a:pt x="149" y="793"/>
                  </a:lnTo>
                  <a:lnTo>
                    <a:pt x="145" y="789"/>
                  </a:lnTo>
                  <a:lnTo>
                    <a:pt x="141" y="785"/>
                  </a:lnTo>
                  <a:lnTo>
                    <a:pt x="138" y="780"/>
                  </a:lnTo>
                  <a:lnTo>
                    <a:pt x="136" y="774"/>
                  </a:lnTo>
                  <a:lnTo>
                    <a:pt x="136" y="768"/>
                  </a:lnTo>
                  <a:lnTo>
                    <a:pt x="136" y="738"/>
                  </a:lnTo>
                  <a:lnTo>
                    <a:pt x="136" y="732"/>
                  </a:lnTo>
                  <a:lnTo>
                    <a:pt x="138" y="726"/>
                  </a:lnTo>
                  <a:lnTo>
                    <a:pt x="141" y="721"/>
                  </a:lnTo>
                  <a:lnTo>
                    <a:pt x="145" y="717"/>
                  </a:lnTo>
                  <a:lnTo>
                    <a:pt x="149" y="713"/>
                  </a:lnTo>
                  <a:lnTo>
                    <a:pt x="155" y="710"/>
                  </a:lnTo>
                  <a:lnTo>
                    <a:pt x="160" y="708"/>
                  </a:lnTo>
                  <a:lnTo>
                    <a:pt x="166" y="708"/>
                  </a:lnTo>
                  <a:lnTo>
                    <a:pt x="196" y="708"/>
                  </a:lnTo>
                  <a:lnTo>
                    <a:pt x="196" y="346"/>
                  </a:lnTo>
                  <a:lnTo>
                    <a:pt x="166" y="346"/>
                  </a:lnTo>
                  <a:lnTo>
                    <a:pt x="160" y="345"/>
                  </a:lnTo>
                  <a:lnTo>
                    <a:pt x="155" y="344"/>
                  </a:lnTo>
                  <a:lnTo>
                    <a:pt x="149" y="341"/>
                  </a:lnTo>
                  <a:lnTo>
                    <a:pt x="145" y="338"/>
                  </a:lnTo>
                  <a:lnTo>
                    <a:pt x="141" y="333"/>
                  </a:lnTo>
                  <a:lnTo>
                    <a:pt x="138" y="328"/>
                  </a:lnTo>
                  <a:lnTo>
                    <a:pt x="136" y="322"/>
                  </a:lnTo>
                  <a:lnTo>
                    <a:pt x="136" y="316"/>
                  </a:lnTo>
                  <a:lnTo>
                    <a:pt x="136" y="286"/>
                  </a:lnTo>
                  <a:lnTo>
                    <a:pt x="136" y="280"/>
                  </a:lnTo>
                  <a:lnTo>
                    <a:pt x="138" y="275"/>
                  </a:lnTo>
                  <a:lnTo>
                    <a:pt x="141" y="269"/>
                  </a:lnTo>
                  <a:lnTo>
                    <a:pt x="145" y="265"/>
                  </a:lnTo>
                  <a:lnTo>
                    <a:pt x="149" y="261"/>
                  </a:lnTo>
                  <a:lnTo>
                    <a:pt x="155" y="259"/>
                  </a:lnTo>
                  <a:lnTo>
                    <a:pt x="160" y="256"/>
                  </a:lnTo>
                  <a:lnTo>
                    <a:pt x="166" y="256"/>
                  </a:lnTo>
                  <a:lnTo>
                    <a:pt x="196" y="256"/>
                  </a:lnTo>
                  <a:lnTo>
                    <a:pt x="196" y="196"/>
                  </a:lnTo>
                  <a:lnTo>
                    <a:pt x="166" y="196"/>
                  </a:lnTo>
                  <a:lnTo>
                    <a:pt x="160" y="195"/>
                  </a:lnTo>
                  <a:lnTo>
                    <a:pt x="155" y="193"/>
                  </a:lnTo>
                  <a:lnTo>
                    <a:pt x="149" y="191"/>
                  </a:lnTo>
                  <a:lnTo>
                    <a:pt x="145" y="187"/>
                  </a:lnTo>
                  <a:lnTo>
                    <a:pt x="141" y="182"/>
                  </a:lnTo>
                  <a:lnTo>
                    <a:pt x="138" y="177"/>
                  </a:lnTo>
                  <a:lnTo>
                    <a:pt x="136" y="172"/>
                  </a:lnTo>
                  <a:lnTo>
                    <a:pt x="136" y="165"/>
                  </a:lnTo>
                  <a:lnTo>
                    <a:pt x="136" y="135"/>
                  </a:lnTo>
                  <a:lnTo>
                    <a:pt x="136" y="130"/>
                  </a:lnTo>
                  <a:lnTo>
                    <a:pt x="138" y="123"/>
                  </a:lnTo>
                  <a:lnTo>
                    <a:pt x="141" y="119"/>
                  </a:lnTo>
                  <a:lnTo>
                    <a:pt x="145" y="115"/>
                  </a:lnTo>
                  <a:lnTo>
                    <a:pt x="149" y="110"/>
                  </a:lnTo>
                  <a:lnTo>
                    <a:pt x="155" y="108"/>
                  </a:lnTo>
                  <a:lnTo>
                    <a:pt x="160" y="106"/>
                  </a:lnTo>
                  <a:lnTo>
                    <a:pt x="166" y="105"/>
                  </a:lnTo>
                  <a:lnTo>
                    <a:pt x="196" y="105"/>
                  </a:lnTo>
                  <a:lnTo>
                    <a:pt x="19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Freeform 325">
              <a:extLst>
                <a:ext uri="{FF2B5EF4-FFF2-40B4-BE49-F238E27FC236}">
                  <a16:creationId xmlns:a16="http://schemas.microsoft.com/office/drawing/2014/main" id="{4E9C428E-133B-4690-9ED6-8917E4F1E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13" y="771525"/>
              <a:ext cx="66675" cy="287338"/>
            </a:xfrm>
            <a:custGeom>
              <a:avLst/>
              <a:gdLst>
                <a:gd name="T0" fmla="*/ 30 w 211"/>
                <a:gd name="T1" fmla="*/ 105 h 903"/>
                <a:gd name="T2" fmla="*/ 41 w 211"/>
                <a:gd name="T3" fmla="*/ 107 h 903"/>
                <a:gd name="T4" fmla="*/ 51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60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557 h 903"/>
                <a:gd name="T22" fmla="*/ 41 w 211"/>
                <a:gd name="T23" fmla="*/ 560 h 903"/>
                <a:gd name="T24" fmla="*/ 51 w 211"/>
                <a:gd name="T25" fmla="*/ 566 h 903"/>
                <a:gd name="T26" fmla="*/ 58 w 211"/>
                <a:gd name="T27" fmla="*/ 576 h 903"/>
                <a:gd name="T28" fmla="*/ 60 w 211"/>
                <a:gd name="T29" fmla="*/ 587 h 903"/>
                <a:gd name="T30" fmla="*/ 60 w 211"/>
                <a:gd name="T31" fmla="*/ 623 h 903"/>
                <a:gd name="T32" fmla="*/ 55 w 211"/>
                <a:gd name="T33" fmla="*/ 634 h 903"/>
                <a:gd name="T34" fmla="*/ 47 w 211"/>
                <a:gd name="T35" fmla="*/ 643 h 903"/>
                <a:gd name="T36" fmla="*/ 36 w 211"/>
                <a:gd name="T37" fmla="*/ 647 h 903"/>
                <a:gd name="T38" fmla="*/ 0 w 211"/>
                <a:gd name="T39" fmla="*/ 648 h 903"/>
                <a:gd name="T40" fmla="*/ 30 w 211"/>
                <a:gd name="T41" fmla="*/ 708 h 903"/>
                <a:gd name="T42" fmla="*/ 41 w 211"/>
                <a:gd name="T43" fmla="*/ 710 h 903"/>
                <a:gd name="T44" fmla="*/ 51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60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497 h 903"/>
                <a:gd name="T64" fmla="*/ 169 w 211"/>
                <a:gd name="T65" fmla="*/ 495 h 903"/>
                <a:gd name="T66" fmla="*/ 159 w 211"/>
                <a:gd name="T67" fmla="*/ 488 h 903"/>
                <a:gd name="T68" fmla="*/ 153 w 211"/>
                <a:gd name="T69" fmla="*/ 478 h 903"/>
                <a:gd name="T70" fmla="*/ 151 w 211"/>
                <a:gd name="T71" fmla="*/ 467 h 903"/>
                <a:gd name="T72" fmla="*/ 151 w 211"/>
                <a:gd name="T73" fmla="*/ 430 h 903"/>
                <a:gd name="T74" fmla="*/ 155 w 211"/>
                <a:gd name="T75" fmla="*/ 419 h 903"/>
                <a:gd name="T76" fmla="*/ 164 w 211"/>
                <a:gd name="T77" fmla="*/ 412 h 903"/>
                <a:gd name="T78" fmla="*/ 174 w 211"/>
                <a:gd name="T79" fmla="*/ 408 h 903"/>
                <a:gd name="T80" fmla="*/ 211 w 211"/>
                <a:gd name="T81" fmla="*/ 407 h 903"/>
                <a:gd name="T82" fmla="*/ 181 w 211"/>
                <a:gd name="T83" fmla="*/ 346 h 903"/>
                <a:gd name="T84" fmla="*/ 169 w 211"/>
                <a:gd name="T85" fmla="*/ 344 h 903"/>
                <a:gd name="T86" fmla="*/ 159 w 211"/>
                <a:gd name="T87" fmla="*/ 338 h 903"/>
                <a:gd name="T88" fmla="*/ 153 w 211"/>
                <a:gd name="T89" fmla="*/ 328 h 903"/>
                <a:gd name="T90" fmla="*/ 151 w 211"/>
                <a:gd name="T91" fmla="*/ 316 h 903"/>
                <a:gd name="T92" fmla="*/ 151 w 211"/>
                <a:gd name="T93" fmla="*/ 280 h 903"/>
                <a:gd name="T94" fmla="*/ 155 w 211"/>
                <a:gd name="T95" fmla="*/ 269 h 903"/>
                <a:gd name="T96" fmla="*/ 164 w 211"/>
                <a:gd name="T97" fmla="*/ 261 h 903"/>
                <a:gd name="T98" fmla="*/ 174 w 211"/>
                <a:gd name="T99" fmla="*/ 256 h 903"/>
                <a:gd name="T100" fmla="*/ 211 w 211"/>
                <a:gd name="T101" fmla="*/ 256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1 w 211"/>
                <a:gd name="T113" fmla="*/ 130 h 903"/>
                <a:gd name="T114" fmla="*/ 155 w 211"/>
                <a:gd name="T115" fmla="*/ 119 h 903"/>
                <a:gd name="T116" fmla="*/ 164 w 211"/>
                <a:gd name="T117" fmla="*/ 110 h 903"/>
                <a:gd name="T118" fmla="*/ 174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1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60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60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1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557"/>
                  </a:lnTo>
                  <a:lnTo>
                    <a:pt x="30" y="557"/>
                  </a:lnTo>
                  <a:lnTo>
                    <a:pt x="36" y="558"/>
                  </a:lnTo>
                  <a:lnTo>
                    <a:pt x="41" y="560"/>
                  </a:lnTo>
                  <a:lnTo>
                    <a:pt x="47" y="562"/>
                  </a:lnTo>
                  <a:lnTo>
                    <a:pt x="51" y="566"/>
                  </a:lnTo>
                  <a:lnTo>
                    <a:pt x="55" y="571"/>
                  </a:lnTo>
                  <a:lnTo>
                    <a:pt x="58" y="576"/>
                  </a:lnTo>
                  <a:lnTo>
                    <a:pt x="60" y="581"/>
                  </a:lnTo>
                  <a:lnTo>
                    <a:pt x="60" y="587"/>
                  </a:lnTo>
                  <a:lnTo>
                    <a:pt x="60" y="618"/>
                  </a:lnTo>
                  <a:lnTo>
                    <a:pt x="60" y="623"/>
                  </a:lnTo>
                  <a:lnTo>
                    <a:pt x="58" y="629"/>
                  </a:lnTo>
                  <a:lnTo>
                    <a:pt x="55" y="634"/>
                  </a:lnTo>
                  <a:lnTo>
                    <a:pt x="51" y="638"/>
                  </a:lnTo>
                  <a:lnTo>
                    <a:pt x="47" y="643"/>
                  </a:lnTo>
                  <a:lnTo>
                    <a:pt x="41" y="645"/>
                  </a:lnTo>
                  <a:lnTo>
                    <a:pt x="36" y="647"/>
                  </a:lnTo>
                  <a:lnTo>
                    <a:pt x="30" y="648"/>
                  </a:lnTo>
                  <a:lnTo>
                    <a:pt x="0" y="648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1" y="710"/>
                  </a:lnTo>
                  <a:lnTo>
                    <a:pt x="47" y="712"/>
                  </a:lnTo>
                  <a:lnTo>
                    <a:pt x="51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60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60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1" y="789"/>
                  </a:lnTo>
                  <a:lnTo>
                    <a:pt x="47" y="793"/>
                  </a:lnTo>
                  <a:lnTo>
                    <a:pt x="41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497"/>
                  </a:lnTo>
                  <a:lnTo>
                    <a:pt x="181" y="497"/>
                  </a:lnTo>
                  <a:lnTo>
                    <a:pt x="174" y="497"/>
                  </a:lnTo>
                  <a:lnTo>
                    <a:pt x="169" y="495"/>
                  </a:lnTo>
                  <a:lnTo>
                    <a:pt x="164" y="491"/>
                  </a:lnTo>
                  <a:lnTo>
                    <a:pt x="159" y="488"/>
                  </a:lnTo>
                  <a:lnTo>
                    <a:pt x="155" y="484"/>
                  </a:lnTo>
                  <a:lnTo>
                    <a:pt x="153" y="478"/>
                  </a:lnTo>
                  <a:lnTo>
                    <a:pt x="151" y="473"/>
                  </a:lnTo>
                  <a:lnTo>
                    <a:pt x="151" y="467"/>
                  </a:lnTo>
                  <a:lnTo>
                    <a:pt x="151" y="437"/>
                  </a:lnTo>
                  <a:lnTo>
                    <a:pt x="151" y="430"/>
                  </a:lnTo>
                  <a:lnTo>
                    <a:pt x="153" y="425"/>
                  </a:lnTo>
                  <a:lnTo>
                    <a:pt x="155" y="419"/>
                  </a:lnTo>
                  <a:lnTo>
                    <a:pt x="159" y="415"/>
                  </a:lnTo>
                  <a:lnTo>
                    <a:pt x="164" y="412"/>
                  </a:lnTo>
                  <a:lnTo>
                    <a:pt x="169" y="409"/>
                  </a:lnTo>
                  <a:lnTo>
                    <a:pt x="174" y="408"/>
                  </a:lnTo>
                  <a:lnTo>
                    <a:pt x="181" y="407"/>
                  </a:lnTo>
                  <a:lnTo>
                    <a:pt x="211" y="407"/>
                  </a:lnTo>
                  <a:lnTo>
                    <a:pt x="211" y="346"/>
                  </a:lnTo>
                  <a:lnTo>
                    <a:pt x="181" y="346"/>
                  </a:lnTo>
                  <a:lnTo>
                    <a:pt x="174" y="345"/>
                  </a:lnTo>
                  <a:lnTo>
                    <a:pt x="169" y="344"/>
                  </a:lnTo>
                  <a:lnTo>
                    <a:pt x="164" y="341"/>
                  </a:lnTo>
                  <a:lnTo>
                    <a:pt x="159" y="338"/>
                  </a:lnTo>
                  <a:lnTo>
                    <a:pt x="155" y="333"/>
                  </a:lnTo>
                  <a:lnTo>
                    <a:pt x="153" y="328"/>
                  </a:lnTo>
                  <a:lnTo>
                    <a:pt x="151" y="322"/>
                  </a:lnTo>
                  <a:lnTo>
                    <a:pt x="151" y="316"/>
                  </a:lnTo>
                  <a:lnTo>
                    <a:pt x="151" y="286"/>
                  </a:lnTo>
                  <a:lnTo>
                    <a:pt x="151" y="280"/>
                  </a:lnTo>
                  <a:lnTo>
                    <a:pt x="153" y="275"/>
                  </a:lnTo>
                  <a:lnTo>
                    <a:pt x="155" y="269"/>
                  </a:lnTo>
                  <a:lnTo>
                    <a:pt x="159" y="265"/>
                  </a:lnTo>
                  <a:lnTo>
                    <a:pt x="164" y="261"/>
                  </a:lnTo>
                  <a:lnTo>
                    <a:pt x="169" y="259"/>
                  </a:lnTo>
                  <a:lnTo>
                    <a:pt x="174" y="256"/>
                  </a:lnTo>
                  <a:lnTo>
                    <a:pt x="181" y="256"/>
                  </a:lnTo>
                  <a:lnTo>
                    <a:pt x="211" y="256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4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5" y="182"/>
                  </a:lnTo>
                  <a:lnTo>
                    <a:pt x="153" y="177"/>
                  </a:lnTo>
                  <a:lnTo>
                    <a:pt x="151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1" y="130"/>
                  </a:lnTo>
                  <a:lnTo>
                    <a:pt x="153" y="123"/>
                  </a:lnTo>
                  <a:lnTo>
                    <a:pt x="155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4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Freeform 326">
              <a:extLst>
                <a:ext uri="{FF2B5EF4-FFF2-40B4-BE49-F238E27FC236}">
                  <a16:creationId xmlns:a16="http://schemas.microsoft.com/office/drawing/2014/main" id="{505F0C26-0335-4A1D-AA0D-8C830A4F0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" y="771525"/>
              <a:ext cx="68263" cy="287338"/>
            </a:xfrm>
            <a:custGeom>
              <a:avLst/>
              <a:gdLst>
                <a:gd name="T0" fmla="*/ 30 w 211"/>
                <a:gd name="T1" fmla="*/ 105 h 903"/>
                <a:gd name="T2" fmla="*/ 42 w 211"/>
                <a:gd name="T3" fmla="*/ 107 h 903"/>
                <a:gd name="T4" fmla="*/ 52 w 211"/>
                <a:gd name="T5" fmla="*/ 115 h 903"/>
                <a:gd name="T6" fmla="*/ 58 w 211"/>
                <a:gd name="T7" fmla="*/ 123 h 903"/>
                <a:gd name="T8" fmla="*/ 60 w 211"/>
                <a:gd name="T9" fmla="*/ 135 h 903"/>
                <a:gd name="T10" fmla="*/ 59 w 211"/>
                <a:gd name="T11" fmla="*/ 172 h 903"/>
                <a:gd name="T12" fmla="*/ 55 w 211"/>
                <a:gd name="T13" fmla="*/ 182 h 903"/>
                <a:gd name="T14" fmla="*/ 47 w 211"/>
                <a:gd name="T15" fmla="*/ 191 h 903"/>
                <a:gd name="T16" fmla="*/ 36 w 211"/>
                <a:gd name="T17" fmla="*/ 195 h 903"/>
                <a:gd name="T18" fmla="*/ 0 w 211"/>
                <a:gd name="T19" fmla="*/ 196 h 903"/>
                <a:gd name="T20" fmla="*/ 30 w 211"/>
                <a:gd name="T21" fmla="*/ 256 h 903"/>
                <a:gd name="T22" fmla="*/ 42 w 211"/>
                <a:gd name="T23" fmla="*/ 259 h 903"/>
                <a:gd name="T24" fmla="*/ 52 w 211"/>
                <a:gd name="T25" fmla="*/ 265 h 903"/>
                <a:gd name="T26" fmla="*/ 58 w 211"/>
                <a:gd name="T27" fmla="*/ 275 h 903"/>
                <a:gd name="T28" fmla="*/ 60 w 211"/>
                <a:gd name="T29" fmla="*/ 286 h 903"/>
                <a:gd name="T30" fmla="*/ 59 w 211"/>
                <a:gd name="T31" fmla="*/ 322 h 903"/>
                <a:gd name="T32" fmla="*/ 55 w 211"/>
                <a:gd name="T33" fmla="*/ 333 h 903"/>
                <a:gd name="T34" fmla="*/ 47 w 211"/>
                <a:gd name="T35" fmla="*/ 341 h 903"/>
                <a:gd name="T36" fmla="*/ 36 w 211"/>
                <a:gd name="T37" fmla="*/ 345 h 903"/>
                <a:gd name="T38" fmla="*/ 0 w 211"/>
                <a:gd name="T39" fmla="*/ 346 h 903"/>
                <a:gd name="T40" fmla="*/ 30 w 211"/>
                <a:gd name="T41" fmla="*/ 708 h 903"/>
                <a:gd name="T42" fmla="*/ 42 w 211"/>
                <a:gd name="T43" fmla="*/ 710 h 903"/>
                <a:gd name="T44" fmla="*/ 52 w 211"/>
                <a:gd name="T45" fmla="*/ 717 h 903"/>
                <a:gd name="T46" fmla="*/ 58 w 211"/>
                <a:gd name="T47" fmla="*/ 726 h 903"/>
                <a:gd name="T48" fmla="*/ 60 w 211"/>
                <a:gd name="T49" fmla="*/ 738 h 903"/>
                <a:gd name="T50" fmla="*/ 59 w 211"/>
                <a:gd name="T51" fmla="*/ 773 h 903"/>
                <a:gd name="T52" fmla="*/ 55 w 211"/>
                <a:gd name="T53" fmla="*/ 785 h 903"/>
                <a:gd name="T54" fmla="*/ 47 w 211"/>
                <a:gd name="T55" fmla="*/ 793 h 903"/>
                <a:gd name="T56" fmla="*/ 36 w 211"/>
                <a:gd name="T57" fmla="*/ 797 h 903"/>
                <a:gd name="T58" fmla="*/ 0 w 211"/>
                <a:gd name="T59" fmla="*/ 798 h 903"/>
                <a:gd name="T60" fmla="*/ 211 w 211"/>
                <a:gd name="T61" fmla="*/ 903 h 903"/>
                <a:gd name="T62" fmla="*/ 181 w 211"/>
                <a:gd name="T63" fmla="*/ 798 h 903"/>
                <a:gd name="T64" fmla="*/ 169 w 211"/>
                <a:gd name="T65" fmla="*/ 796 h 903"/>
                <a:gd name="T66" fmla="*/ 159 w 211"/>
                <a:gd name="T67" fmla="*/ 789 h 903"/>
                <a:gd name="T68" fmla="*/ 153 w 211"/>
                <a:gd name="T69" fmla="*/ 780 h 903"/>
                <a:gd name="T70" fmla="*/ 151 w 211"/>
                <a:gd name="T71" fmla="*/ 768 h 903"/>
                <a:gd name="T72" fmla="*/ 152 w 211"/>
                <a:gd name="T73" fmla="*/ 732 h 903"/>
                <a:gd name="T74" fmla="*/ 156 w 211"/>
                <a:gd name="T75" fmla="*/ 721 h 903"/>
                <a:gd name="T76" fmla="*/ 164 w 211"/>
                <a:gd name="T77" fmla="*/ 713 h 903"/>
                <a:gd name="T78" fmla="*/ 175 w 211"/>
                <a:gd name="T79" fmla="*/ 708 h 903"/>
                <a:gd name="T80" fmla="*/ 211 w 211"/>
                <a:gd name="T81" fmla="*/ 708 h 903"/>
                <a:gd name="T82" fmla="*/ 181 w 211"/>
                <a:gd name="T83" fmla="*/ 648 h 903"/>
                <a:gd name="T84" fmla="*/ 169 w 211"/>
                <a:gd name="T85" fmla="*/ 645 h 903"/>
                <a:gd name="T86" fmla="*/ 159 w 211"/>
                <a:gd name="T87" fmla="*/ 638 h 903"/>
                <a:gd name="T88" fmla="*/ 153 w 211"/>
                <a:gd name="T89" fmla="*/ 629 h 903"/>
                <a:gd name="T90" fmla="*/ 151 w 211"/>
                <a:gd name="T91" fmla="*/ 618 h 903"/>
                <a:gd name="T92" fmla="*/ 152 w 211"/>
                <a:gd name="T93" fmla="*/ 581 h 903"/>
                <a:gd name="T94" fmla="*/ 156 w 211"/>
                <a:gd name="T95" fmla="*/ 571 h 903"/>
                <a:gd name="T96" fmla="*/ 164 w 211"/>
                <a:gd name="T97" fmla="*/ 562 h 903"/>
                <a:gd name="T98" fmla="*/ 175 w 211"/>
                <a:gd name="T99" fmla="*/ 558 h 903"/>
                <a:gd name="T100" fmla="*/ 211 w 211"/>
                <a:gd name="T101" fmla="*/ 557 h 903"/>
                <a:gd name="T102" fmla="*/ 181 w 211"/>
                <a:gd name="T103" fmla="*/ 196 h 903"/>
                <a:gd name="T104" fmla="*/ 169 w 211"/>
                <a:gd name="T105" fmla="*/ 193 h 903"/>
                <a:gd name="T106" fmla="*/ 159 w 211"/>
                <a:gd name="T107" fmla="*/ 187 h 903"/>
                <a:gd name="T108" fmla="*/ 153 w 211"/>
                <a:gd name="T109" fmla="*/ 177 h 903"/>
                <a:gd name="T110" fmla="*/ 151 w 211"/>
                <a:gd name="T111" fmla="*/ 165 h 903"/>
                <a:gd name="T112" fmla="*/ 152 w 211"/>
                <a:gd name="T113" fmla="*/ 130 h 903"/>
                <a:gd name="T114" fmla="*/ 156 w 211"/>
                <a:gd name="T115" fmla="*/ 119 h 903"/>
                <a:gd name="T116" fmla="*/ 164 w 211"/>
                <a:gd name="T117" fmla="*/ 110 h 903"/>
                <a:gd name="T118" fmla="*/ 175 w 211"/>
                <a:gd name="T119" fmla="*/ 106 h 903"/>
                <a:gd name="T120" fmla="*/ 211 w 211"/>
                <a:gd name="T121" fmla="*/ 105 h 903"/>
                <a:gd name="T122" fmla="*/ 0 w 211"/>
                <a:gd name="T1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1" h="903">
                  <a:moveTo>
                    <a:pt x="0" y="105"/>
                  </a:move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2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2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2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2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708"/>
                  </a:lnTo>
                  <a:lnTo>
                    <a:pt x="30" y="708"/>
                  </a:lnTo>
                  <a:lnTo>
                    <a:pt x="36" y="708"/>
                  </a:lnTo>
                  <a:lnTo>
                    <a:pt x="42" y="710"/>
                  </a:lnTo>
                  <a:lnTo>
                    <a:pt x="47" y="712"/>
                  </a:lnTo>
                  <a:lnTo>
                    <a:pt x="52" y="717"/>
                  </a:lnTo>
                  <a:lnTo>
                    <a:pt x="55" y="721"/>
                  </a:lnTo>
                  <a:lnTo>
                    <a:pt x="58" y="726"/>
                  </a:lnTo>
                  <a:lnTo>
                    <a:pt x="59" y="732"/>
                  </a:lnTo>
                  <a:lnTo>
                    <a:pt x="60" y="738"/>
                  </a:lnTo>
                  <a:lnTo>
                    <a:pt x="60" y="768"/>
                  </a:lnTo>
                  <a:lnTo>
                    <a:pt x="59" y="773"/>
                  </a:lnTo>
                  <a:lnTo>
                    <a:pt x="58" y="780"/>
                  </a:lnTo>
                  <a:lnTo>
                    <a:pt x="55" y="785"/>
                  </a:lnTo>
                  <a:lnTo>
                    <a:pt x="52" y="789"/>
                  </a:lnTo>
                  <a:lnTo>
                    <a:pt x="47" y="793"/>
                  </a:lnTo>
                  <a:lnTo>
                    <a:pt x="42" y="796"/>
                  </a:lnTo>
                  <a:lnTo>
                    <a:pt x="36" y="797"/>
                  </a:lnTo>
                  <a:lnTo>
                    <a:pt x="30" y="798"/>
                  </a:lnTo>
                  <a:lnTo>
                    <a:pt x="0" y="798"/>
                  </a:lnTo>
                  <a:lnTo>
                    <a:pt x="0" y="903"/>
                  </a:lnTo>
                  <a:lnTo>
                    <a:pt x="211" y="903"/>
                  </a:lnTo>
                  <a:lnTo>
                    <a:pt x="211" y="798"/>
                  </a:lnTo>
                  <a:lnTo>
                    <a:pt x="181" y="798"/>
                  </a:lnTo>
                  <a:lnTo>
                    <a:pt x="175" y="797"/>
                  </a:lnTo>
                  <a:lnTo>
                    <a:pt x="169" y="796"/>
                  </a:lnTo>
                  <a:lnTo>
                    <a:pt x="164" y="793"/>
                  </a:lnTo>
                  <a:lnTo>
                    <a:pt x="159" y="789"/>
                  </a:lnTo>
                  <a:lnTo>
                    <a:pt x="156" y="785"/>
                  </a:lnTo>
                  <a:lnTo>
                    <a:pt x="153" y="780"/>
                  </a:lnTo>
                  <a:lnTo>
                    <a:pt x="152" y="774"/>
                  </a:lnTo>
                  <a:lnTo>
                    <a:pt x="151" y="768"/>
                  </a:lnTo>
                  <a:lnTo>
                    <a:pt x="151" y="738"/>
                  </a:lnTo>
                  <a:lnTo>
                    <a:pt x="152" y="732"/>
                  </a:lnTo>
                  <a:lnTo>
                    <a:pt x="153" y="726"/>
                  </a:lnTo>
                  <a:lnTo>
                    <a:pt x="156" y="721"/>
                  </a:lnTo>
                  <a:lnTo>
                    <a:pt x="159" y="717"/>
                  </a:lnTo>
                  <a:lnTo>
                    <a:pt x="164" y="713"/>
                  </a:lnTo>
                  <a:lnTo>
                    <a:pt x="169" y="710"/>
                  </a:lnTo>
                  <a:lnTo>
                    <a:pt x="175" y="708"/>
                  </a:lnTo>
                  <a:lnTo>
                    <a:pt x="181" y="708"/>
                  </a:lnTo>
                  <a:lnTo>
                    <a:pt x="211" y="708"/>
                  </a:lnTo>
                  <a:lnTo>
                    <a:pt x="211" y="648"/>
                  </a:lnTo>
                  <a:lnTo>
                    <a:pt x="181" y="648"/>
                  </a:lnTo>
                  <a:lnTo>
                    <a:pt x="175" y="647"/>
                  </a:lnTo>
                  <a:lnTo>
                    <a:pt x="169" y="645"/>
                  </a:lnTo>
                  <a:lnTo>
                    <a:pt x="164" y="643"/>
                  </a:lnTo>
                  <a:lnTo>
                    <a:pt x="159" y="638"/>
                  </a:lnTo>
                  <a:lnTo>
                    <a:pt x="156" y="634"/>
                  </a:lnTo>
                  <a:lnTo>
                    <a:pt x="153" y="629"/>
                  </a:lnTo>
                  <a:lnTo>
                    <a:pt x="152" y="623"/>
                  </a:lnTo>
                  <a:lnTo>
                    <a:pt x="151" y="618"/>
                  </a:lnTo>
                  <a:lnTo>
                    <a:pt x="151" y="587"/>
                  </a:lnTo>
                  <a:lnTo>
                    <a:pt x="152" y="581"/>
                  </a:lnTo>
                  <a:lnTo>
                    <a:pt x="153" y="576"/>
                  </a:lnTo>
                  <a:lnTo>
                    <a:pt x="156" y="571"/>
                  </a:lnTo>
                  <a:lnTo>
                    <a:pt x="159" y="566"/>
                  </a:lnTo>
                  <a:lnTo>
                    <a:pt x="164" y="562"/>
                  </a:lnTo>
                  <a:lnTo>
                    <a:pt x="169" y="560"/>
                  </a:lnTo>
                  <a:lnTo>
                    <a:pt x="175" y="558"/>
                  </a:lnTo>
                  <a:lnTo>
                    <a:pt x="181" y="557"/>
                  </a:lnTo>
                  <a:lnTo>
                    <a:pt x="211" y="557"/>
                  </a:lnTo>
                  <a:lnTo>
                    <a:pt x="211" y="196"/>
                  </a:lnTo>
                  <a:lnTo>
                    <a:pt x="181" y="196"/>
                  </a:lnTo>
                  <a:lnTo>
                    <a:pt x="175" y="195"/>
                  </a:lnTo>
                  <a:lnTo>
                    <a:pt x="169" y="193"/>
                  </a:lnTo>
                  <a:lnTo>
                    <a:pt x="164" y="191"/>
                  </a:lnTo>
                  <a:lnTo>
                    <a:pt x="159" y="187"/>
                  </a:lnTo>
                  <a:lnTo>
                    <a:pt x="156" y="182"/>
                  </a:lnTo>
                  <a:lnTo>
                    <a:pt x="153" y="177"/>
                  </a:lnTo>
                  <a:lnTo>
                    <a:pt x="152" y="172"/>
                  </a:lnTo>
                  <a:lnTo>
                    <a:pt x="151" y="165"/>
                  </a:lnTo>
                  <a:lnTo>
                    <a:pt x="151" y="135"/>
                  </a:lnTo>
                  <a:lnTo>
                    <a:pt x="152" y="130"/>
                  </a:lnTo>
                  <a:lnTo>
                    <a:pt x="153" y="123"/>
                  </a:lnTo>
                  <a:lnTo>
                    <a:pt x="156" y="119"/>
                  </a:lnTo>
                  <a:lnTo>
                    <a:pt x="159" y="115"/>
                  </a:lnTo>
                  <a:lnTo>
                    <a:pt x="164" y="110"/>
                  </a:lnTo>
                  <a:lnTo>
                    <a:pt x="169" y="108"/>
                  </a:lnTo>
                  <a:lnTo>
                    <a:pt x="175" y="106"/>
                  </a:lnTo>
                  <a:lnTo>
                    <a:pt x="181" y="105"/>
                  </a:lnTo>
                  <a:lnTo>
                    <a:pt x="211" y="105"/>
                  </a:lnTo>
                  <a:lnTo>
                    <a:pt x="211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Freeform 327">
              <a:extLst>
                <a:ext uri="{FF2B5EF4-FFF2-40B4-BE49-F238E27FC236}">
                  <a16:creationId xmlns:a16="http://schemas.microsoft.com/office/drawing/2014/main" id="{EE66CB30-F704-45C9-BA83-17BA7DC13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3" y="771525"/>
              <a:ext cx="61913" cy="287338"/>
            </a:xfrm>
            <a:custGeom>
              <a:avLst/>
              <a:gdLst>
                <a:gd name="T0" fmla="*/ 0 w 195"/>
                <a:gd name="T1" fmla="*/ 0 h 903"/>
                <a:gd name="T2" fmla="*/ 30 w 195"/>
                <a:gd name="T3" fmla="*/ 105 h 903"/>
                <a:gd name="T4" fmla="*/ 42 w 195"/>
                <a:gd name="T5" fmla="*/ 107 h 903"/>
                <a:gd name="T6" fmla="*/ 51 w 195"/>
                <a:gd name="T7" fmla="*/ 115 h 903"/>
                <a:gd name="T8" fmla="*/ 58 w 195"/>
                <a:gd name="T9" fmla="*/ 123 h 903"/>
                <a:gd name="T10" fmla="*/ 60 w 195"/>
                <a:gd name="T11" fmla="*/ 135 h 903"/>
                <a:gd name="T12" fmla="*/ 59 w 195"/>
                <a:gd name="T13" fmla="*/ 172 h 903"/>
                <a:gd name="T14" fmla="*/ 55 w 195"/>
                <a:gd name="T15" fmla="*/ 182 h 903"/>
                <a:gd name="T16" fmla="*/ 47 w 195"/>
                <a:gd name="T17" fmla="*/ 191 h 903"/>
                <a:gd name="T18" fmla="*/ 36 w 195"/>
                <a:gd name="T19" fmla="*/ 195 h 903"/>
                <a:gd name="T20" fmla="*/ 0 w 195"/>
                <a:gd name="T21" fmla="*/ 196 h 903"/>
                <a:gd name="T22" fmla="*/ 30 w 195"/>
                <a:gd name="T23" fmla="*/ 256 h 903"/>
                <a:gd name="T24" fmla="*/ 42 w 195"/>
                <a:gd name="T25" fmla="*/ 259 h 903"/>
                <a:gd name="T26" fmla="*/ 51 w 195"/>
                <a:gd name="T27" fmla="*/ 265 h 903"/>
                <a:gd name="T28" fmla="*/ 58 w 195"/>
                <a:gd name="T29" fmla="*/ 275 h 903"/>
                <a:gd name="T30" fmla="*/ 60 w 195"/>
                <a:gd name="T31" fmla="*/ 286 h 903"/>
                <a:gd name="T32" fmla="*/ 59 w 195"/>
                <a:gd name="T33" fmla="*/ 322 h 903"/>
                <a:gd name="T34" fmla="*/ 55 w 195"/>
                <a:gd name="T35" fmla="*/ 333 h 903"/>
                <a:gd name="T36" fmla="*/ 47 w 195"/>
                <a:gd name="T37" fmla="*/ 341 h 903"/>
                <a:gd name="T38" fmla="*/ 36 w 195"/>
                <a:gd name="T39" fmla="*/ 345 h 903"/>
                <a:gd name="T40" fmla="*/ 0 w 195"/>
                <a:gd name="T41" fmla="*/ 346 h 903"/>
                <a:gd name="T42" fmla="*/ 30 w 195"/>
                <a:gd name="T43" fmla="*/ 407 h 903"/>
                <a:gd name="T44" fmla="*/ 42 w 195"/>
                <a:gd name="T45" fmla="*/ 409 h 903"/>
                <a:gd name="T46" fmla="*/ 51 w 195"/>
                <a:gd name="T47" fmla="*/ 415 h 903"/>
                <a:gd name="T48" fmla="*/ 58 w 195"/>
                <a:gd name="T49" fmla="*/ 425 h 903"/>
                <a:gd name="T50" fmla="*/ 60 w 195"/>
                <a:gd name="T51" fmla="*/ 437 h 903"/>
                <a:gd name="T52" fmla="*/ 59 w 195"/>
                <a:gd name="T53" fmla="*/ 473 h 903"/>
                <a:gd name="T54" fmla="*/ 55 w 195"/>
                <a:gd name="T55" fmla="*/ 484 h 903"/>
                <a:gd name="T56" fmla="*/ 47 w 195"/>
                <a:gd name="T57" fmla="*/ 491 h 903"/>
                <a:gd name="T58" fmla="*/ 36 w 195"/>
                <a:gd name="T59" fmla="*/ 497 h 903"/>
                <a:gd name="T60" fmla="*/ 0 w 195"/>
                <a:gd name="T61" fmla="*/ 497 h 903"/>
                <a:gd name="T62" fmla="*/ 180 w 195"/>
                <a:gd name="T63" fmla="*/ 903 h 903"/>
                <a:gd name="T64" fmla="*/ 187 w 195"/>
                <a:gd name="T65" fmla="*/ 902 h 903"/>
                <a:gd name="T66" fmla="*/ 191 w 195"/>
                <a:gd name="T67" fmla="*/ 899 h 903"/>
                <a:gd name="T68" fmla="*/ 194 w 195"/>
                <a:gd name="T69" fmla="*/ 895 h 903"/>
                <a:gd name="T70" fmla="*/ 195 w 195"/>
                <a:gd name="T71" fmla="*/ 888 h 903"/>
                <a:gd name="T72" fmla="*/ 195 w 195"/>
                <a:gd name="T73" fmla="*/ 12 h 903"/>
                <a:gd name="T74" fmla="*/ 193 w 195"/>
                <a:gd name="T75" fmla="*/ 6 h 903"/>
                <a:gd name="T76" fmla="*/ 189 w 195"/>
                <a:gd name="T77" fmla="*/ 2 h 903"/>
                <a:gd name="T78" fmla="*/ 183 w 195"/>
                <a:gd name="T79" fmla="*/ 0 h 903"/>
                <a:gd name="T80" fmla="*/ 180 w 195"/>
                <a:gd name="T81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5" h="903">
                  <a:moveTo>
                    <a:pt x="180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30" y="105"/>
                  </a:lnTo>
                  <a:lnTo>
                    <a:pt x="36" y="106"/>
                  </a:lnTo>
                  <a:lnTo>
                    <a:pt x="42" y="107"/>
                  </a:lnTo>
                  <a:lnTo>
                    <a:pt x="47" y="110"/>
                  </a:lnTo>
                  <a:lnTo>
                    <a:pt x="51" y="115"/>
                  </a:lnTo>
                  <a:lnTo>
                    <a:pt x="55" y="119"/>
                  </a:lnTo>
                  <a:lnTo>
                    <a:pt x="58" y="123"/>
                  </a:lnTo>
                  <a:lnTo>
                    <a:pt x="59" y="130"/>
                  </a:lnTo>
                  <a:lnTo>
                    <a:pt x="60" y="135"/>
                  </a:lnTo>
                  <a:lnTo>
                    <a:pt x="60" y="165"/>
                  </a:lnTo>
                  <a:lnTo>
                    <a:pt x="59" y="172"/>
                  </a:lnTo>
                  <a:lnTo>
                    <a:pt x="58" y="177"/>
                  </a:lnTo>
                  <a:lnTo>
                    <a:pt x="55" y="182"/>
                  </a:lnTo>
                  <a:lnTo>
                    <a:pt x="51" y="187"/>
                  </a:lnTo>
                  <a:lnTo>
                    <a:pt x="47" y="191"/>
                  </a:lnTo>
                  <a:lnTo>
                    <a:pt x="42" y="193"/>
                  </a:lnTo>
                  <a:lnTo>
                    <a:pt x="36" y="195"/>
                  </a:lnTo>
                  <a:lnTo>
                    <a:pt x="30" y="196"/>
                  </a:lnTo>
                  <a:lnTo>
                    <a:pt x="0" y="196"/>
                  </a:lnTo>
                  <a:lnTo>
                    <a:pt x="0" y="256"/>
                  </a:lnTo>
                  <a:lnTo>
                    <a:pt x="30" y="256"/>
                  </a:lnTo>
                  <a:lnTo>
                    <a:pt x="36" y="256"/>
                  </a:lnTo>
                  <a:lnTo>
                    <a:pt x="42" y="259"/>
                  </a:lnTo>
                  <a:lnTo>
                    <a:pt x="47" y="261"/>
                  </a:lnTo>
                  <a:lnTo>
                    <a:pt x="51" y="265"/>
                  </a:lnTo>
                  <a:lnTo>
                    <a:pt x="55" y="269"/>
                  </a:lnTo>
                  <a:lnTo>
                    <a:pt x="58" y="275"/>
                  </a:lnTo>
                  <a:lnTo>
                    <a:pt x="59" y="280"/>
                  </a:lnTo>
                  <a:lnTo>
                    <a:pt x="60" y="286"/>
                  </a:lnTo>
                  <a:lnTo>
                    <a:pt x="60" y="316"/>
                  </a:lnTo>
                  <a:lnTo>
                    <a:pt x="59" y="322"/>
                  </a:lnTo>
                  <a:lnTo>
                    <a:pt x="58" y="328"/>
                  </a:lnTo>
                  <a:lnTo>
                    <a:pt x="55" y="333"/>
                  </a:lnTo>
                  <a:lnTo>
                    <a:pt x="51" y="338"/>
                  </a:lnTo>
                  <a:lnTo>
                    <a:pt x="47" y="341"/>
                  </a:lnTo>
                  <a:lnTo>
                    <a:pt x="42" y="344"/>
                  </a:lnTo>
                  <a:lnTo>
                    <a:pt x="36" y="345"/>
                  </a:lnTo>
                  <a:lnTo>
                    <a:pt x="30" y="346"/>
                  </a:lnTo>
                  <a:lnTo>
                    <a:pt x="0" y="346"/>
                  </a:lnTo>
                  <a:lnTo>
                    <a:pt x="0" y="407"/>
                  </a:lnTo>
                  <a:lnTo>
                    <a:pt x="30" y="407"/>
                  </a:lnTo>
                  <a:lnTo>
                    <a:pt x="36" y="408"/>
                  </a:lnTo>
                  <a:lnTo>
                    <a:pt x="42" y="409"/>
                  </a:lnTo>
                  <a:lnTo>
                    <a:pt x="47" y="412"/>
                  </a:lnTo>
                  <a:lnTo>
                    <a:pt x="51" y="415"/>
                  </a:lnTo>
                  <a:lnTo>
                    <a:pt x="55" y="419"/>
                  </a:lnTo>
                  <a:lnTo>
                    <a:pt x="58" y="425"/>
                  </a:lnTo>
                  <a:lnTo>
                    <a:pt x="59" y="430"/>
                  </a:lnTo>
                  <a:lnTo>
                    <a:pt x="60" y="437"/>
                  </a:lnTo>
                  <a:lnTo>
                    <a:pt x="60" y="467"/>
                  </a:lnTo>
                  <a:lnTo>
                    <a:pt x="59" y="473"/>
                  </a:lnTo>
                  <a:lnTo>
                    <a:pt x="58" y="478"/>
                  </a:lnTo>
                  <a:lnTo>
                    <a:pt x="55" y="484"/>
                  </a:lnTo>
                  <a:lnTo>
                    <a:pt x="51" y="488"/>
                  </a:lnTo>
                  <a:lnTo>
                    <a:pt x="47" y="491"/>
                  </a:lnTo>
                  <a:lnTo>
                    <a:pt x="42" y="495"/>
                  </a:lnTo>
                  <a:lnTo>
                    <a:pt x="36" y="497"/>
                  </a:lnTo>
                  <a:lnTo>
                    <a:pt x="30" y="497"/>
                  </a:lnTo>
                  <a:lnTo>
                    <a:pt x="0" y="497"/>
                  </a:lnTo>
                  <a:lnTo>
                    <a:pt x="0" y="903"/>
                  </a:lnTo>
                  <a:lnTo>
                    <a:pt x="180" y="903"/>
                  </a:lnTo>
                  <a:lnTo>
                    <a:pt x="183" y="903"/>
                  </a:lnTo>
                  <a:lnTo>
                    <a:pt x="187" y="902"/>
                  </a:lnTo>
                  <a:lnTo>
                    <a:pt x="189" y="901"/>
                  </a:lnTo>
                  <a:lnTo>
                    <a:pt x="191" y="899"/>
                  </a:lnTo>
                  <a:lnTo>
                    <a:pt x="193" y="897"/>
                  </a:lnTo>
                  <a:lnTo>
                    <a:pt x="194" y="895"/>
                  </a:lnTo>
                  <a:lnTo>
                    <a:pt x="195" y="891"/>
                  </a:lnTo>
                  <a:lnTo>
                    <a:pt x="195" y="888"/>
                  </a:lnTo>
                  <a:lnTo>
                    <a:pt x="195" y="15"/>
                  </a:lnTo>
                  <a:lnTo>
                    <a:pt x="195" y="12"/>
                  </a:lnTo>
                  <a:lnTo>
                    <a:pt x="194" y="10"/>
                  </a:lnTo>
                  <a:lnTo>
                    <a:pt x="193" y="6"/>
                  </a:lnTo>
                  <a:lnTo>
                    <a:pt x="191" y="4"/>
                  </a:lnTo>
                  <a:lnTo>
                    <a:pt x="189" y="2"/>
                  </a:lnTo>
                  <a:lnTo>
                    <a:pt x="187" y="1"/>
                  </a:lnTo>
                  <a:lnTo>
                    <a:pt x="183" y="0"/>
                  </a:lnTo>
                  <a:lnTo>
                    <a:pt x="180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72" name="Freeform 2319" descr="Icon of leaf. ">
            <a:extLst>
              <a:ext uri="{FF2B5EF4-FFF2-40B4-BE49-F238E27FC236}">
                <a16:creationId xmlns:a16="http://schemas.microsoft.com/office/drawing/2014/main" id="{4C935A16-4F4C-4B17-B911-F1D554A088A8}"/>
              </a:ext>
            </a:extLst>
          </p:cNvPr>
          <p:cNvSpPr>
            <a:spLocks noEditPoints="1"/>
          </p:cNvSpPr>
          <p:nvPr/>
        </p:nvSpPr>
        <p:spPr bwMode="auto">
          <a:xfrm>
            <a:off x="10247928" y="2303513"/>
            <a:ext cx="367656" cy="367656"/>
          </a:xfrm>
          <a:custGeom>
            <a:avLst/>
            <a:gdLst>
              <a:gd name="T0" fmla="*/ 550 w 868"/>
              <a:gd name="T1" fmla="*/ 453 h 868"/>
              <a:gd name="T2" fmla="*/ 561 w 868"/>
              <a:gd name="T3" fmla="*/ 457 h 868"/>
              <a:gd name="T4" fmla="*/ 565 w 868"/>
              <a:gd name="T5" fmla="*/ 468 h 868"/>
              <a:gd name="T6" fmla="*/ 561 w 868"/>
              <a:gd name="T7" fmla="*/ 479 h 868"/>
              <a:gd name="T8" fmla="*/ 550 w 868"/>
              <a:gd name="T9" fmla="*/ 483 h 868"/>
              <a:gd name="T10" fmla="*/ 432 w 868"/>
              <a:gd name="T11" fmla="*/ 604 h 868"/>
              <a:gd name="T12" fmla="*/ 442 w 868"/>
              <a:gd name="T13" fmla="*/ 611 h 868"/>
              <a:gd name="T14" fmla="*/ 444 w 868"/>
              <a:gd name="T15" fmla="*/ 622 h 868"/>
              <a:gd name="T16" fmla="*/ 437 w 868"/>
              <a:gd name="T17" fmla="*/ 632 h 868"/>
              <a:gd name="T18" fmla="*/ 254 w 868"/>
              <a:gd name="T19" fmla="*/ 634 h 868"/>
              <a:gd name="T20" fmla="*/ 233 w 868"/>
              <a:gd name="T21" fmla="*/ 438 h 868"/>
              <a:gd name="T22" fmla="*/ 237 w 868"/>
              <a:gd name="T23" fmla="*/ 427 h 868"/>
              <a:gd name="T24" fmla="*/ 248 w 868"/>
              <a:gd name="T25" fmla="*/ 423 h 868"/>
              <a:gd name="T26" fmla="*/ 258 w 868"/>
              <a:gd name="T27" fmla="*/ 427 h 868"/>
              <a:gd name="T28" fmla="*/ 263 w 868"/>
              <a:gd name="T29" fmla="*/ 438 h 868"/>
              <a:gd name="T30" fmla="*/ 384 w 868"/>
              <a:gd name="T31" fmla="*/ 315 h 868"/>
              <a:gd name="T32" fmla="*/ 390 w 868"/>
              <a:gd name="T33" fmla="*/ 305 h 868"/>
              <a:gd name="T34" fmla="*/ 402 w 868"/>
              <a:gd name="T35" fmla="*/ 303 h 868"/>
              <a:gd name="T36" fmla="*/ 412 w 868"/>
              <a:gd name="T37" fmla="*/ 309 h 868"/>
              <a:gd name="T38" fmla="*/ 414 w 868"/>
              <a:gd name="T39" fmla="*/ 431 h 868"/>
              <a:gd name="T40" fmla="*/ 536 w 868"/>
              <a:gd name="T41" fmla="*/ 251 h 868"/>
              <a:gd name="T42" fmla="*/ 544 w 868"/>
              <a:gd name="T43" fmla="*/ 243 h 868"/>
              <a:gd name="T44" fmla="*/ 555 w 868"/>
              <a:gd name="T45" fmla="*/ 243 h 868"/>
              <a:gd name="T46" fmla="*/ 564 w 868"/>
              <a:gd name="T47" fmla="*/ 251 h 868"/>
              <a:gd name="T48" fmla="*/ 610 w 868"/>
              <a:gd name="T49" fmla="*/ 302 h 868"/>
              <a:gd name="T50" fmla="*/ 621 w 868"/>
              <a:gd name="T51" fmla="*/ 307 h 868"/>
              <a:gd name="T52" fmla="*/ 625 w 868"/>
              <a:gd name="T53" fmla="*/ 317 h 868"/>
              <a:gd name="T54" fmla="*/ 621 w 868"/>
              <a:gd name="T55" fmla="*/ 328 h 868"/>
              <a:gd name="T56" fmla="*/ 610 w 868"/>
              <a:gd name="T57" fmla="*/ 332 h 868"/>
              <a:gd name="T58" fmla="*/ 854 w 868"/>
              <a:gd name="T59" fmla="*/ 0 h 868"/>
              <a:gd name="T60" fmla="*/ 789 w 868"/>
              <a:gd name="T61" fmla="*/ 9 h 868"/>
              <a:gd name="T62" fmla="*/ 611 w 868"/>
              <a:gd name="T63" fmla="*/ 45 h 868"/>
              <a:gd name="T64" fmla="*/ 472 w 868"/>
              <a:gd name="T65" fmla="*/ 86 h 868"/>
              <a:gd name="T66" fmla="*/ 319 w 868"/>
              <a:gd name="T67" fmla="*/ 147 h 868"/>
              <a:gd name="T68" fmla="*/ 200 w 868"/>
              <a:gd name="T69" fmla="*/ 219 h 868"/>
              <a:gd name="T70" fmla="*/ 114 w 868"/>
              <a:gd name="T71" fmla="*/ 301 h 868"/>
              <a:gd name="T72" fmla="*/ 63 w 868"/>
              <a:gd name="T73" fmla="*/ 386 h 868"/>
              <a:gd name="T74" fmla="*/ 46 w 868"/>
              <a:gd name="T75" fmla="*/ 463 h 868"/>
              <a:gd name="T76" fmla="*/ 49 w 868"/>
              <a:gd name="T77" fmla="*/ 544 h 868"/>
              <a:gd name="T78" fmla="*/ 74 w 868"/>
              <a:gd name="T79" fmla="*/ 630 h 868"/>
              <a:gd name="T80" fmla="*/ 4 w 868"/>
              <a:gd name="T81" fmla="*/ 799 h 868"/>
              <a:gd name="T82" fmla="*/ 0 w 868"/>
              <a:gd name="T83" fmla="*/ 809 h 868"/>
              <a:gd name="T84" fmla="*/ 4 w 868"/>
              <a:gd name="T85" fmla="*/ 820 h 868"/>
              <a:gd name="T86" fmla="*/ 55 w 868"/>
              <a:gd name="T87" fmla="*/ 868 h 868"/>
              <a:gd name="T88" fmla="*/ 66 w 868"/>
              <a:gd name="T89" fmla="*/ 866 h 868"/>
              <a:gd name="T90" fmla="*/ 224 w 868"/>
              <a:gd name="T91" fmla="*/ 786 h 868"/>
              <a:gd name="T92" fmla="*/ 326 w 868"/>
              <a:gd name="T93" fmla="*/ 816 h 868"/>
              <a:gd name="T94" fmla="*/ 405 w 868"/>
              <a:gd name="T95" fmla="*/ 819 h 868"/>
              <a:gd name="T96" fmla="*/ 464 w 868"/>
              <a:gd name="T97" fmla="*/ 806 h 868"/>
              <a:gd name="T98" fmla="*/ 521 w 868"/>
              <a:gd name="T99" fmla="*/ 779 h 868"/>
              <a:gd name="T100" fmla="*/ 575 w 868"/>
              <a:gd name="T101" fmla="*/ 740 h 868"/>
              <a:gd name="T102" fmla="*/ 625 w 868"/>
              <a:gd name="T103" fmla="*/ 690 h 868"/>
              <a:gd name="T104" fmla="*/ 672 w 868"/>
              <a:gd name="T105" fmla="*/ 627 h 868"/>
              <a:gd name="T106" fmla="*/ 715 w 868"/>
              <a:gd name="T107" fmla="*/ 550 h 868"/>
              <a:gd name="T108" fmla="*/ 773 w 868"/>
              <a:gd name="T109" fmla="*/ 415 h 868"/>
              <a:gd name="T110" fmla="*/ 818 w 868"/>
              <a:gd name="T111" fmla="*/ 271 h 868"/>
              <a:gd name="T112" fmla="*/ 862 w 868"/>
              <a:gd name="T113" fmla="*/ 53 h 868"/>
              <a:gd name="T114" fmla="*/ 866 w 868"/>
              <a:gd name="T115" fmla="*/ 10 h 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868" h="868">
                <a:moveTo>
                  <a:pt x="610" y="332"/>
                </a:moveTo>
                <a:lnTo>
                  <a:pt x="557" y="332"/>
                </a:lnTo>
                <a:lnTo>
                  <a:pt x="435" y="453"/>
                </a:lnTo>
                <a:lnTo>
                  <a:pt x="550" y="453"/>
                </a:lnTo>
                <a:lnTo>
                  <a:pt x="553" y="453"/>
                </a:lnTo>
                <a:lnTo>
                  <a:pt x="555" y="454"/>
                </a:lnTo>
                <a:lnTo>
                  <a:pt x="559" y="456"/>
                </a:lnTo>
                <a:lnTo>
                  <a:pt x="561" y="457"/>
                </a:lnTo>
                <a:lnTo>
                  <a:pt x="563" y="460"/>
                </a:lnTo>
                <a:lnTo>
                  <a:pt x="564" y="463"/>
                </a:lnTo>
                <a:lnTo>
                  <a:pt x="565" y="466"/>
                </a:lnTo>
                <a:lnTo>
                  <a:pt x="565" y="468"/>
                </a:lnTo>
                <a:lnTo>
                  <a:pt x="565" y="471"/>
                </a:lnTo>
                <a:lnTo>
                  <a:pt x="564" y="474"/>
                </a:lnTo>
                <a:lnTo>
                  <a:pt x="563" y="476"/>
                </a:lnTo>
                <a:lnTo>
                  <a:pt x="561" y="479"/>
                </a:lnTo>
                <a:lnTo>
                  <a:pt x="559" y="481"/>
                </a:lnTo>
                <a:lnTo>
                  <a:pt x="555" y="482"/>
                </a:lnTo>
                <a:lnTo>
                  <a:pt x="553" y="483"/>
                </a:lnTo>
                <a:lnTo>
                  <a:pt x="550" y="483"/>
                </a:lnTo>
                <a:lnTo>
                  <a:pt x="405" y="483"/>
                </a:lnTo>
                <a:lnTo>
                  <a:pt x="284" y="604"/>
                </a:lnTo>
                <a:lnTo>
                  <a:pt x="429" y="604"/>
                </a:lnTo>
                <a:lnTo>
                  <a:pt x="432" y="604"/>
                </a:lnTo>
                <a:lnTo>
                  <a:pt x="435" y="605"/>
                </a:lnTo>
                <a:lnTo>
                  <a:pt x="437" y="607"/>
                </a:lnTo>
                <a:lnTo>
                  <a:pt x="440" y="608"/>
                </a:lnTo>
                <a:lnTo>
                  <a:pt x="442" y="611"/>
                </a:lnTo>
                <a:lnTo>
                  <a:pt x="443" y="614"/>
                </a:lnTo>
                <a:lnTo>
                  <a:pt x="444" y="616"/>
                </a:lnTo>
                <a:lnTo>
                  <a:pt x="444" y="619"/>
                </a:lnTo>
                <a:lnTo>
                  <a:pt x="444" y="622"/>
                </a:lnTo>
                <a:lnTo>
                  <a:pt x="443" y="626"/>
                </a:lnTo>
                <a:lnTo>
                  <a:pt x="442" y="628"/>
                </a:lnTo>
                <a:lnTo>
                  <a:pt x="440" y="630"/>
                </a:lnTo>
                <a:lnTo>
                  <a:pt x="437" y="632"/>
                </a:lnTo>
                <a:lnTo>
                  <a:pt x="435" y="633"/>
                </a:lnTo>
                <a:lnTo>
                  <a:pt x="432" y="634"/>
                </a:lnTo>
                <a:lnTo>
                  <a:pt x="429" y="634"/>
                </a:lnTo>
                <a:lnTo>
                  <a:pt x="254" y="634"/>
                </a:lnTo>
                <a:lnTo>
                  <a:pt x="58" y="830"/>
                </a:lnTo>
                <a:lnTo>
                  <a:pt x="36" y="809"/>
                </a:lnTo>
                <a:lnTo>
                  <a:pt x="233" y="613"/>
                </a:lnTo>
                <a:lnTo>
                  <a:pt x="233" y="438"/>
                </a:lnTo>
                <a:lnTo>
                  <a:pt x="233" y="435"/>
                </a:lnTo>
                <a:lnTo>
                  <a:pt x="234" y="433"/>
                </a:lnTo>
                <a:lnTo>
                  <a:pt x="236" y="429"/>
                </a:lnTo>
                <a:lnTo>
                  <a:pt x="237" y="427"/>
                </a:lnTo>
                <a:lnTo>
                  <a:pt x="239" y="426"/>
                </a:lnTo>
                <a:lnTo>
                  <a:pt x="242" y="424"/>
                </a:lnTo>
                <a:lnTo>
                  <a:pt x="244" y="423"/>
                </a:lnTo>
                <a:lnTo>
                  <a:pt x="248" y="423"/>
                </a:lnTo>
                <a:lnTo>
                  <a:pt x="251" y="423"/>
                </a:lnTo>
                <a:lnTo>
                  <a:pt x="254" y="424"/>
                </a:lnTo>
                <a:lnTo>
                  <a:pt x="256" y="426"/>
                </a:lnTo>
                <a:lnTo>
                  <a:pt x="258" y="427"/>
                </a:lnTo>
                <a:lnTo>
                  <a:pt x="261" y="429"/>
                </a:lnTo>
                <a:lnTo>
                  <a:pt x="262" y="433"/>
                </a:lnTo>
                <a:lnTo>
                  <a:pt x="263" y="435"/>
                </a:lnTo>
                <a:lnTo>
                  <a:pt x="263" y="438"/>
                </a:lnTo>
                <a:lnTo>
                  <a:pt x="263" y="583"/>
                </a:lnTo>
                <a:lnTo>
                  <a:pt x="384" y="463"/>
                </a:lnTo>
                <a:lnTo>
                  <a:pt x="384" y="317"/>
                </a:lnTo>
                <a:lnTo>
                  <a:pt x="384" y="315"/>
                </a:lnTo>
                <a:lnTo>
                  <a:pt x="385" y="311"/>
                </a:lnTo>
                <a:lnTo>
                  <a:pt x="386" y="309"/>
                </a:lnTo>
                <a:lnTo>
                  <a:pt x="388" y="307"/>
                </a:lnTo>
                <a:lnTo>
                  <a:pt x="390" y="305"/>
                </a:lnTo>
                <a:lnTo>
                  <a:pt x="393" y="303"/>
                </a:lnTo>
                <a:lnTo>
                  <a:pt x="396" y="303"/>
                </a:lnTo>
                <a:lnTo>
                  <a:pt x="399" y="302"/>
                </a:lnTo>
                <a:lnTo>
                  <a:pt x="402" y="303"/>
                </a:lnTo>
                <a:lnTo>
                  <a:pt x="405" y="303"/>
                </a:lnTo>
                <a:lnTo>
                  <a:pt x="407" y="305"/>
                </a:lnTo>
                <a:lnTo>
                  <a:pt x="410" y="307"/>
                </a:lnTo>
                <a:lnTo>
                  <a:pt x="412" y="309"/>
                </a:lnTo>
                <a:lnTo>
                  <a:pt x="413" y="311"/>
                </a:lnTo>
                <a:lnTo>
                  <a:pt x="414" y="315"/>
                </a:lnTo>
                <a:lnTo>
                  <a:pt x="414" y="317"/>
                </a:lnTo>
                <a:lnTo>
                  <a:pt x="414" y="431"/>
                </a:lnTo>
                <a:lnTo>
                  <a:pt x="535" y="311"/>
                </a:lnTo>
                <a:lnTo>
                  <a:pt x="535" y="257"/>
                </a:lnTo>
                <a:lnTo>
                  <a:pt x="535" y="253"/>
                </a:lnTo>
                <a:lnTo>
                  <a:pt x="536" y="251"/>
                </a:lnTo>
                <a:lnTo>
                  <a:pt x="537" y="248"/>
                </a:lnTo>
                <a:lnTo>
                  <a:pt x="539" y="246"/>
                </a:lnTo>
                <a:lnTo>
                  <a:pt x="542" y="245"/>
                </a:lnTo>
                <a:lnTo>
                  <a:pt x="544" y="243"/>
                </a:lnTo>
                <a:lnTo>
                  <a:pt x="547" y="242"/>
                </a:lnTo>
                <a:lnTo>
                  <a:pt x="550" y="242"/>
                </a:lnTo>
                <a:lnTo>
                  <a:pt x="553" y="242"/>
                </a:lnTo>
                <a:lnTo>
                  <a:pt x="555" y="243"/>
                </a:lnTo>
                <a:lnTo>
                  <a:pt x="559" y="245"/>
                </a:lnTo>
                <a:lnTo>
                  <a:pt x="561" y="246"/>
                </a:lnTo>
                <a:lnTo>
                  <a:pt x="563" y="248"/>
                </a:lnTo>
                <a:lnTo>
                  <a:pt x="564" y="251"/>
                </a:lnTo>
                <a:lnTo>
                  <a:pt x="565" y="253"/>
                </a:lnTo>
                <a:lnTo>
                  <a:pt x="565" y="257"/>
                </a:lnTo>
                <a:lnTo>
                  <a:pt x="565" y="302"/>
                </a:lnTo>
                <a:lnTo>
                  <a:pt x="610" y="302"/>
                </a:lnTo>
                <a:lnTo>
                  <a:pt x="613" y="303"/>
                </a:lnTo>
                <a:lnTo>
                  <a:pt x="617" y="303"/>
                </a:lnTo>
                <a:lnTo>
                  <a:pt x="619" y="305"/>
                </a:lnTo>
                <a:lnTo>
                  <a:pt x="621" y="307"/>
                </a:lnTo>
                <a:lnTo>
                  <a:pt x="623" y="309"/>
                </a:lnTo>
                <a:lnTo>
                  <a:pt x="624" y="311"/>
                </a:lnTo>
                <a:lnTo>
                  <a:pt x="625" y="315"/>
                </a:lnTo>
                <a:lnTo>
                  <a:pt x="625" y="317"/>
                </a:lnTo>
                <a:lnTo>
                  <a:pt x="625" y="320"/>
                </a:lnTo>
                <a:lnTo>
                  <a:pt x="624" y="323"/>
                </a:lnTo>
                <a:lnTo>
                  <a:pt x="623" y="326"/>
                </a:lnTo>
                <a:lnTo>
                  <a:pt x="621" y="328"/>
                </a:lnTo>
                <a:lnTo>
                  <a:pt x="619" y="330"/>
                </a:lnTo>
                <a:lnTo>
                  <a:pt x="617" y="331"/>
                </a:lnTo>
                <a:lnTo>
                  <a:pt x="613" y="332"/>
                </a:lnTo>
                <a:lnTo>
                  <a:pt x="610" y="332"/>
                </a:lnTo>
                <a:close/>
                <a:moveTo>
                  <a:pt x="863" y="5"/>
                </a:moveTo>
                <a:lnTo>
                  <a:pt x="860" y="3"/>
                </a:lnTo>
                <a:lnTo>
                  <a:pt x="857" y="1"/>
                </a:lnTo>
                <a:lnTo>
                  <a:pt x="854" y="0"/>
                </a:lnTo>
                <a:lnTo>
                  <a:pt x="850" y="0"/>
                </a:lnTo>
                <a:lnTo>
                  <a:pt x="843" y="1"/>
                </a:lnTo>
                <a:lnTo>
                  <a:pt x="821" y="5"/>
                </a:lnTo>
                <a:lnTo>
                  <a:pt x="789" y="9"/>
                </a:lnTo>
                <a:lnTo>
                  <a:pt x="747" y="16"/>
                </a:lnTo>
                <a:lnTo>
                  <a:pt x="697" y="26"/>
                </a:lnTo>
                <a:lnTo>
                  <a:pt x="641" y="38"/>
                </a:lnTo>
                <a:lnTo>
                  <a:pt x="611" y="45"/>
                </a:lnTo>
                <a:lnTo>
                  <a:pt x="580" y="54"/>
                </a:lnTo>
                <a:lnTo>
                  <a:pt x="548" y="63"/>
                </a:lnTo>
                <a:lnTo>
                  <a:pt x="516" y="72"/>
                </a:lnTo>
                <a:lnTo>
                  <a:pt x="472" y="86"/>
                </a:lnTo>
                <a:lnTo>
                  <a:pt x="431" y="100"/>
                </a:lnTo>
                <a:lnTo>
                  <a:pt x="391" y="115"/>
                </a:lnTo>
                <a:lnTo>
                  <a:pt x="355" y="131"/>
                </a:lnTo>
                <a:lnTo>
                  <a:pt x="319" y="147"/>
                </a:lnTo>
                <a:lnTo>
                  <a:pt x="286" y="164"/>
                </a:lnTo>
                <a:lnTo>
                  <a:pt x="256" y="182"/>
                </a:lnTo>
                <a:lnTo>
                  <a:pt x="227" y="200"/>
                </a:lnTo>
                <a:lnTo>
                  <a:pt x="200" y="219"/>
                </a:lnTo>
                <a:lnTo>
                  <a:pt x="176" y="238"/>
                </a:lnTo>
                <a:lnTo>
                  <a:pt x="153" y="259"/>
                </a:lnTo>
                <a:lnTo>
                  <a:pt x="133" y="279"/>
                </a:lnTo>
                <a:lnTo>
                  <a:pt x="114" y="301"/>
                </a:lnTo>
                <a:lnTo>
                  <a:pt x="97" y="323"/>
                </a:lnTo>
                <a:lnTo>
                  <a:pt x="84" y="346"/>
                </a:lnTo>
                <a:lnTo>
                  <a:pt x="72" y="368"/>
                </a:lnTo>
                <a:lnTo>
                  <a:pt x="63" y="386"/>
                </a:lnTo>
                <a:lnTo>
                  <a:pt x="57" y="406"/>
                </a:lnTo>
                <a:lnTo>
                  <a:pt x="51" y="424"/>
                </a:lnTo>
                <a:lnTo>
                  <a:pt x="48" y="443"/>
                </a:lnTo>
                <a:lnTo>
                  <a:pt x="46" y="463"/>
                </a:lnTo>
                <a:lnTo>
                  <a:pt x="44" y="483"/>
                </a:lnTo>
                <a:lnTo>
                  <a:pt x="45" y="503"/>
                </a:lnTo>
                <a:lnTo>
                  <a:pt x="46" y="524"/>
                </a:lnTo>
                <a:lnTo>
                  <a:pt x="49" y="544"/>
                </a:lnTo>
                <a:lnTo>
                  <a:pt x="54" y="564"/>
                </a:lnTo>
                <a:lnTo>
                  <a:pt x="59" y="586"/>
                </a:lnTo>
                <a:lnTo>
                  <a:pt x="65" y="607"/>
                </a:lnTo>
                <a:lnTo>
                  <a:pt x="74" y="630"/>
                </a:lnTo>
                <a:lnTo>
                  <a:pt x="84" y="651"/>
                </a:lnTo>
                <a:lnTo>
                  <a:pt x="94" y="674"/>
                </a:lnTo>
                <a:lnTo>
                  <a:pt x="107" y="696"/>
                </a:lnTo>
                <a:lnTo>
                  <a:pt x="4" y="799"/>
                </a:lnTo>
                <a:lnTo>
                  <a:pt x="2" y="801"/>
                </a:lnTo>
                <a:lnTo>
                  <a:pt x="1" y="804"/>
                </a:lnTo>
                <a:lnTo>
                  <a:pt x="0" y="807"/>
                </a:lnTo>
                <a:lnTo>
                  <a:pt x="0" y="809"/>
                </a:lnTo>
                <a:lnTo>
                  <a:pt x="0" y="812"/>
                </a:lnTo>
                <a:lnTo>
                  <a:pt x="1" y="815"/>
                </a:lnTo>
                <a:lnTo>
                  <a:pt x="2" y="817"/>
                </a:lnTo>
                <a:lnTo>
                  <a:pt x="4" y="820"/>
                </a:lnTo>
                <a:lnTo>
                  <a:pt x="47" y="864"/>
                </a:lnTo>
                <a:lnTo>
                  <a:pt x="49" y="866"/>
                </a:lnTo>
                <a:lnTo>
                  <a:pt x="52" y="867"/>
                </a:lnTo>
                <a:lnTo>
                  <a:pt x="55" y="868"/>
                </a:lnTo>
                <a:lnTo>
                  <a:pt x="58" y="868"/>
                </a:lnTo>
                <a:lnTo>
                  <a:pt x="61" y="868"/>
                </a:lnTo>
                <a:lnTo>
                  <a:pt x="63" y="867"/>
                </a:lnTo>
                <a:lnTo>
                  <a:pt x="66" y="866"/>
                </a:lnTo>
                <a:lnTo>
                  <a:pt x="69" y="864"/>
                </a:lnTo>
                <a:lnTo>
                  <a:pt x="171" y="760"/>
                </a:lnTo>
                <a:lnTo>
                  <a:pt x="198" y="773"/>
                </a:lnTo>
                <a:lnTo>
                  <a:pt x="224" y="786"/>
                </a:lnTo>
                <a:lnTo>
                  <a:pt x="250" y="796"/>
                </a:lnTo>
                <a:lnTo>
                  <a:pt x="276" y="805"/>
                </a:lnTo>
                <a:lnTo>
                  <a:pt x="301" y="811"/>
                </a:lnTo>
                <a:lnTo>
                  <a:pt x="326" y="816"/>
                </a:lnTo>
                <a:lnTo>
                  <a:pt x="350" y="819"/>
                </a:lnTo>
                <a:lnTo>
                  <a:pt x="374" y="820"/>
                </a:lnTo>
                <a:lnTo>
                  <a:pt x="389" y="820"/>
                </a:lnTo>
                <a:lnTo>
                  <a:pt x="405" y="819"/>
                </a:lnTo>
                <a:lnTo>
                  <a:pt x="420" y="816"/>
                </a:lnTo>
                <a:lnTo>
                  <a:pt x="435" y="813"/>
                </a:lnTo>
                <a:lnTo>
                  <a:pt x="450" y="810"/>
                </a:lnTo>
                <a:lnTo>
                  <a:pt x="464" y="806"/>
                </a:lnTo>
                <a:lnTo>
                  <a:pt x="479" y="800"/>
                </a:lnTo>
                <a:lnTo>
                  <a:pt x="493" y="794"/>
                </a:lnTo>
                <a:lnTo>
                  <a:pt x="507" y="787"/>
                </a:lnTo>
                <a:lnTo>
                  <a:pt x="521" y="779"/>
                </a:lnTo>
                <a:lnTo>
                  <a:pt x="535" y="770"/>
                </a:lnTo>
                <a:lnTo>
                  <a:pt x="549" y="762"/>
                </a:lnTo>
                <a:lnTo>
                  <a:pt x="562" y="751"/>
                </a:lnTo>
                <a:lnTo>
                  <a:pt x="575" y="740"/>
                </a:lnTo>
                <a:lnTo>
                  <a:pt x="588" y="730"/>
                </a:lnTo>
                <a:lnTo>
                  <a:pt x="600" y="717"/>
                </a:lnTo>
                <a:lnTo>
                  <a:pt x="613" y="704"/>
                </a:lnTo>
                <a:lnTo>
                  <a:pt x="625" y="690"/>
                </a:lnTo>
                <a:lnTo>
                  <a:pt x="638" y="675"/>
                </a:lnTo>
                <a:lnTo>
                  <a:pt x="650" y="660"/>
                </a:lnTo>
                <a:lnTo>
                  <a:pt x="661" y="643"/>
                </a:lnTo>
                <a:lnTo>
                  <a:pt x="672" y="627"/>
                </a:lnTo>
                <a:lnTo>
                  <a:pt x="683" y="608"/>
                </a:lnTo>
                <a:lnTo>
                  <a:pt x="695" y="590"/>
                </a:lnTo>
                <a:lnTo>
                  <a:pt x="706" y="571"/>
                </a:lnTo>
                <a:lnTo>
                  <a:pt x="715" y="550"/>
                </a:lnTo>
                <a:lnTo>
                  <a:pt x="726" y="530"/>
                </a:lnTo>
                <a:lnTo>
                  <a:pt x="736" y="509"/>
                </a:lnTo>
                <a:lnTo>
                  <a:pt x="755" y="464"/>
                </a:lnTo>
                <a:lnTo>
                  <a:pt x="773" y="415"/>
                </a:lnTo>
                <a:lnTo>
                  <a:pt x="786" y="379"/>
                </a:lnTo>
                <a:lnTo>
                  <a:pt x="798" y="341"/>
                </a:lnTo>
                <a:lnTo>
                  <a:pt x="809" y="306"/>
                </a:lnTo>
                <a:lnTo>
                  <a:pt x="818" y="271"/>
                </a:lnTo>
                <a:lnTo>
                  <a:pt x="834" y="204"/>
                </a:lnTo>
                <a:lnTo>
                  <a:pt x="847" y="143"/>
                </a:lnTo>
                <a:lnTo>
                  <a:pt x="856" y="93"/>
                </a:lnTo>
                <a:lnTo>
                  <a:pt x="862" y="53"/>
                </a:lnTo>
                <a:lnTo>
                  <a:pt x="865" y="26"/>
                </a:lnTo>
                <a:lnTo>
                  <a:pt x="868" y="16"/>
                </a:lnTo>
                <a:lnTo>
                  <a:pt x="868" y="13"/>
                </a:lnTo>
                <a:lnTo>
                  <a:pt x="866" y="10"/>
                </a:lnTo>
                <a:lnTo>
                  <a:pt x="865" y="7"/>
                </a:lnTo>
                <a:lnTo>
                  <a:pt x="863" y="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3A58D1-1DD6-D08F-5E63-062DFEA63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355" y="671691"/>
            <a:ext cx="5705618" cy="35211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E16681-170F-EBF3-C901-0DF283A29EBB}"/>
              </a:ext>
            </a:extLst>
          </p:cNvPr>
          <p:cNvSpPr txBox="1"/>
          <p:nvPr/>
        </p:nvSpPr>
        <p:spPr>
          <a:xfrm>
            <a:off x="226606" y="671691"/>
            <a:ext cx="60342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351,867 voluntary reports, 102 columns 1990-present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 35 million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Around 970~ different species reported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Filed by pilots, mechanics, controllers and ground staff.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standardized entry process and completeness varies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lot of missing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Phase of flight, 40%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 of day, 44%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State, 14%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FAA Region, 14%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Airport ID, 0% missing, but 14% coded as “ZZZZ” stands for “Unknown”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Many damaging bird species are “Unknown, small/medium/large”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9A515D-9661-6F9E-B9F7-695385E64ADA}"/>
              </a:ext>
            </a:extLst>
          </p:cNvPr>
          <p:cNvSpPr txBox="1"/>
          <p:nvPr/>
        </p:nvSpPr>
        <p:spPr>
          <a:xfrm>
            <a:off x="5219979" y="5829298"/>
            <a:ext cx="71670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- https://faawildstrikes.streamlit.app</a:t>
            </a:r>
            <a:endParaRPr lang="en-US" dirty="0"/>
          </a:p>
          <a:p>
            <a:r>
              <a:rPr lang="en-US" b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FAA Wildlife Strike Database </a:t>
            </a:r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https://wildlife.faa.gov/home</a:t>
            </a:r>
            <a:endParaRPr lang="en-US" dirty="0"/>
          </a:p>
          <a:p>
            <a:r>
              <a:rPr lang="fr-FR" b="1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 Source Code </a:t>
            </a:r>
            <a:r>
              <a:rPr lang="fr-FR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https://github.com/adelanovic/IST687_FAA_Wildstrikes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A5D0FB-52EE-A125-B57B-BB99C32DA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98" t="9091"/>
          <a:stretch>
            <a:fillRect/>
          </a:stretch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Do strikes cluster seasonally?</a:t>
            </a: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C4B0234-A9D9-8B5A-7488-174C99B609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SEASONALITY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B5CA9A-F940-5020-3503-4A695918D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76579"/>
            <a:ext cx="5658756" cy="35367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D8029AE-EC41-476C-A4B1-2CAA971368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232" y="3042369"/>
            <a:ext cx="6006567" cy="36039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35744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SEASONALITY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6443A9-9420-3C33-E7E0-4F96204BB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24706"/>
            <a:ext cx="5766982" cy="36043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E720FD-CB85-FB85-045F-FC5F73BD8BEF}"/>
              </a:ext>
            </a:extLst>
          </p:cNvPr>
          <p:cNvSpPr txBox="1"/>
          <p:nvPr/>
        </p:nvSpPr>
        <p:spPr>
          <a:xfrm>
            <a:off x="6836269" y="893897"/>
            <a:ext cx="40862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Calendar Seasons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Winter – December-February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Spring – March-May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Summer – June-August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Fall – September-November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6108F6-BDA1-EFA7-FC68-1D8601E4F1B6}"/>
              </a:ext>
            </a:extLst>
          </p:cNvPr>
          <p:cNvSpPr txBox="1"/>
          <p:nvPr/>
        </p:nvSpPr>
        <p:spPr>
          <a:xfrm>
            <a:off x="335202" y="4422218"/>
            <a:ext cx="55537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Approximate migration periods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Winter – December-February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Spring Migration – March-June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Summer/breeding – July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Fall migration – August-November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Sources: </a:t>
            </a:r>
            <a:r>
              <a:rPr lang="en-US" dirty="0">
                <a:hlinkClick r:id="rId4"/>
              </a:rPr>
              <a:t>Migration Periods – </a:t>
            </a:r>
            <a:r>
              <a:rPr lang="en-US" dirty="0" err="1">
                <a:hlinkClick r:id="rId4"/>
              </a:rPr>
              <a:t>BirdCast</a:t>
            </a:r>
            <a:r>
              <a:rPr lang="en-US" dirty="0"/>
              <a:t> / </a:t>
            </a:r>
            <a:r>
              <a:rPr lang="en-US" dirty="0">
                <a:hlinkClick r:id="rId5"/>
              </a:rPr>
              <a:t>The Basics of Bird Migration: How, Why, When, and Where | All About Birds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7BABA2-746E-9490-C6FC-843AB7C09B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2592" y="3337760"/>
            <a:ext cx="5920755" cy="32893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91634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A5D0FB-52EE-A125-B57B-BB99C32DA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98" t="9091"/>
          <a:stretch>
            <a:fillRect/>
          </a:stretch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400" b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profile airports and regions by risk?</a:t>
            </a:r>
            <a:endParaRPr lang="en-US" sz="4400">
              <a:solidFill>
                <a:schemeClr val="bg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C4B0234-A9D9-8B5A-7488-174C99B609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3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AIRPORT RISK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0CC51-4176-F3E2-E854-C1441F7B34E0}"/>
              </a:ext>
            </a:extLst>
          </p:cNvPr>
          <p:cNvSpPr txBox="1"/>
          <p:nvPr/>
        </p:nvSpPr>
        <p:spPr>
          <a:xfrm>
            <a:off x="243302" y="2550070"/>
            <a:ext cx="49865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score (0–100) ranks each state against the others on damage rate and recent strike volume, weighted equally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California and Florida are the only two states in the top band, driven by recent strike volume, not by damage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are among the busiest aviation states, so part of the score reflects exposure rather than hazard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B14D52-CFBD-EBEC-CFE3-8B032E3DC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679" y="946589"/>
            <a:ext cx="6049621" cy="504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09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AIRPORT RISK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1596F4-6E5B-B6A6-3918-9C9881F99B72}"/>
              </a:ext>
            </a:extLst>
          </p:cNvPr>
          <p:cNvSpPr txBox="1"/>
          <p:nvPr/>
        </p:nvSpPr>
        <p:spPr>
          <a:xfrm>
            <a:off x="6250983" y="2551063"/>
            <a:ext cx="55804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AEA (Northeast) scores highest, and it's the only region elevated on both halves, above-average damage rate and above-average recent 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ASO (Southeast) is second on volume alone: more recent strikes than any other region, but a below-average damage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ANM (Northwest Mountain) is lowest, running below average on both measures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776ACF-34DB-EB93-A615-5C23221C4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27" y="1055193"/>
            <a:ext cx="5697135" cy="474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16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A5D0FB-52EE-A125-B57B-BB99C32DA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98" t="9091"/>
          <a:stretch>
            <a:fillRect/>
          </a:stretch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l">
              <a:buNone/>
            </a:pPr>
            <a:r>
              <a:rPr lang="en-US" sz="4800" b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combinations cause damage?</a:t>
            </a: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C4B0234-A9D9-8B5A-7488-174C99B609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89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DAMAGING STRIKES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B6A37F-CE70-2E78-3E54-578DCE03E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184" y="829591"/>
            <a:ext cx="8718306" cy="58122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5304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DAMAGING STRIKES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290050-1C0F-CB3B-3210-EFDC2F7D8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340" y="855297"/>
            <a:ext cx="8774757" cy="58498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9343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DAMAGING STRIKES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4DFE2E-88B2-9B6B-BF03-04229BFFD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418" y="817234"/>
            <a:ext cx="9444831" cy="58122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1677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DAMAGING STRIKES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FA6396-D0F8-B11D-1E10-8D7DFB59B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568" y="855296"/>
            <a:ext cx="10483993" cy="56452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7699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DAMAGING STRIKES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77ECF-F640-15F8-6BA7-DD7D49932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976" y="717455"/>
            <a:ext cx="9646047" cy="593603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47251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" name="Rectangle 110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A5D0FB-52EE-A125-B57B-BB99C32DA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98" t="7696" b="1395"/>
          <a:stretch>
            <a:fillRect/>
          </a:stretch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3" name="Rectangle 112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l">
              <a:buNone/>
            </a:pPr>
            <a:r>
              <a:rPr lang="en-US" sz="4800" b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 damage at impact?</a:t>
            </a: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C4B0234-A9D9-8B5A-7488-174C99B609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7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DAMAGE PREDICTION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189BB5-AABA-535D-500A-5DAAD2E13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329" y="855295"/>
            <a:ext cx="8810015" cy="528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06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DAMAGE PREDICTION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41524-BF2A-5829-AE0D-F2F96FEF3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289" y="902815"/>
            <a:ext cx="6305422" cy="56048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8596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large flock of birds flying over water&#10;&#10;AI-generated content may be incorrect.">
            <a:extLst>
              <a:ext uri="{FF2B5EF4-FFF2-40B4-BE49-F238E27FC236}">
                <a16:creationId xmlns:a16="http://schemas.microsoft.com/office/drawing/2014/main" id="{ABA5D0FB-52EE-A125-B57B-BB99C32DA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98" t="9091"/>
          <a:stretch>
            <a:fillRect/>
          </a:stretch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</a:rPr>
              <a:t>Limitations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C4B0234-A9D9-8B5A-7488-174C99B609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8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LIMITATIONS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685E03-4147-A500-3911-7B69F2DF4AFC}"/>
              </a:ext>
            </a:extLst>
          </p:cNvPr>
          <p:cNvSpPr txBox="1"/>
          <p:nvPr/>
        </p:nvSpPr>
        <p:spPr>
          <a:xfrm>
            <a:off x="1230428" y="2042002"/>
            <a:ext cx="86179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Reporting is voluntary, these are reports and not total strikes that occurred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Data that compares the reported strikes to total flight volume was not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Species identification is incomplete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Rising report counts also reflect improved reporting, not only more strikes.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low overall damage rate makes prediction modeling difficult for the questions asked</a:t>
            </a:r>
          </a:p>
        </p:txBody>
      </p:sp>
    </p:spTree>
    <p:extLst>
      <p:ext uri="{BB962C8B-B14F-4D97-AF65-F5344CB8AC3E}">
        <p14:creationId xmlns:p14="http://schemas.microsoft.com/office/powerpoint/2010/main" val="3589417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large flock of birds flying over water&#10;&#10;AI-generated content may be incorrect.">
            <a:extLst>
              <a:ext uri="{FF2B5EF4-FFF2-40B4-BE49-F238E27FC236}">
                <a16:creationId xmlns:a16="http://schemas.microsoft.com/office/drawing/2014/main" id="{ABA5D0FB-52EE-A125-B57B-BB99C32DA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98" t="9091"/>
          <a:stretch>
            <a:fillRect/>
          </a:stretch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9968" y="1122363"/>
            <a:ext cx="6261992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</a:rPr>
              <a:t>Recommendations</a:t>
            </a:r>
            <a:b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</a:rPr>
            </a:b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C4B0234-A9D9-8B5A-7488-174C99B609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55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RECOMMENDATIONS</a:t>
            </a:r>
            <a:b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 descr="Icons of bar chart and line graph.">
            <a:extLst>
              <a:ext uri="{FF2B5EF4-FFF2-40B4-BE49-F238E27FC236}">
                <a16:creationId xmlns:a16="http://schemas.microsoft.com/office/drawing/2014/main" id="{044C3643-8A0E-47C1-BEB8-C73203B5E58D}"/>
              </a:ext>
            </a:extLst>
          </p:cNvPr>
          <p:cNvGrpSpPr/>
          <p:nvPr/>
        </p:nvGrpSpPr>
        <p:grpSpPr>
          <a:xfrm>
            <a:off x="4715661" y="1810536"/>
            <a:ext cx="347679" cy="347679"/>
            <a:chOff x="4319588" y="2492375"/>
            <a:chExt cx="287338" cy="287338"/>
          </a:xfrm>
          <a:solidFill>
            <a:schemeClr val="bg1"/>
          </a:solidFill>
        </p:grpSpPr>
        <p:sp>
          <p:nvSpPr>
            <p:cNvPr id="32" name="Freeform 372">
              <a:extLst>
                <a:ext uri="{FF2B5EF4-FFF2-40B4-BE49-F238E27FC236}">
                  <a16:creationId xmlns:a16="http://schemas.microsoft.com/office/drawing/2014/main" id="{56E8F5A5-5318-470B-8F42-337C26408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Freeform 373">
              <a:extLst>
                <a:ext uri="{FF2B5EF4-FFF2-40B4-BE49-F238E27FC236}">
                  <a16:creationId xmlns:a16="http://schemas.microsoft.com/office/drawing/2014/main" id="{6AA1356D-8F1B-4281-BEC5-5B4EBF74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5" name="Freeform 4665" descr="Icon of graph. ">
            <a:extLst>
              <a:ext uri="{FF2B5EF4-FFF2-40B4-BE49-F238E27FC236}">
                <a16:creationId xmlns:a16="http://schemas.microsoft.com/office/drawing/2014/main" id="{557E39B2-E017-4E5C-B53E-DDE3B9D4C92C}"/>
              </a:ext>
            </a:extLst>
          </p:cNvPr>
          <p:cNvSpPr>
            <a:spLocks/>
          </p:cNvSpPr>
          <p:nvPr/>
        </p:nvSpPr>
        <p:spPr bwMode="auto">
          <a:xfrm>
            <a:off x="7877961" y="3531386"/>
            <a:ext cx="347679" cy="347679"/>
          </a:xfrm>
          <a:custGeom>
            <a:avLst/>
            <a:gdLst>
              <a:gd name="T0" fmla="*/ 761 w 904"/>
              <a:gd name="T1" fmla="*/ 213 h 903"/>
              <a:gd name="T2" fmla="*/ 754 w 904"/>
              <a:gd name="T3" fmla="*/ 225 h 903"/>
              <a:gd name="T4" fmla="*/ 576 w 904"/>
              <a:gd name="T5" fmla="*/ 277 h 903"/>
              <a:gd name="T6" fmla="*/ 498 w 904"/>
              <a:gd name="T7" fmla="*/ 298 h 903"/>
              <a:gd name="T8" fmla="*/ 431 w 904"/>
              <a:gd name="T9" fmla="*/ 329 h 903"/>
              <a:gd name="T10" fmla="*/ 578 w 904"/>
              <a:gd name="T11" fmla="*/ 170 h 903"/>
              <a:gd name="T12" fmla="*/ 618 w 904"/>
              <a:gd name="T13" fmla="*/ 180 h 903"/>
              <a:gd name="T14" fmla="*/ 661 w 904"/>
              <a:gd name="T15" fmla="*/ 169 h 903"/>
              <a:gd name="T16" fmla="*/ 693 w 904"/>
              <a:gd name="T17" fmla="*/ 141 h 903"/>
              <a:gd name="T18" fmla="*/ 707 w 904"/>
              <a:gd name="T19" fmla="*/ 99 h 903"/>
              <a:gd name="T20" fmla="*/ 701 w 904"/>
              <a:gd name="T21" fmla="*/ 55 h 903"/>
              <a:gd name="T22" fmla="*/ 676 w 904"/>
              <a:gd name="T23" fmla="*/ 20 h 903"/>
              <a:gd name="T24" fmla="*/ 636 w 904"/>
              <a:gd name="T25" fmla="*/ 2 h 903"/>
              <a:gd name="T26" fmla="*/ 591 w 904"/>
              <a:gd name="T27" fmla="*/ 4 h 903"/>
              <a:gd name="T28" fmla="*/ 554 w 904"/>
              <a:gd name="T29" fmla="*/ 25 h 903"/>
              <a:gd name="T30" fmla="*/ 531 w 904"/>
              <a:gd name="T31" fmla="*/ 63 h 903"/>
              <a:gd name="T32" fmla="*/ 532 w 904"/>
              <a:gd name="T33" fmla="*/ 118 h 903"/>
              <a:gd name="T34" fmla="*/ 369 w 904"/>
              <a:gd name="T35" fmla="*/ 289 h 903"/>
              <a:gd name="T36" fmla="*/ 325 w 904"/>
              <a:gd name="T37" fmla="*/ 289 h 903"/>
              <a:gd name="T38" fmla="*/ 294 w 904"/>
              <a:gd name="T39" fmla="*/ 308 h 903"/>
              <a:gd name="T40" fmla="*/ 275 w 904"/>
              <a:gd name="T41" fmla="*/ 338 h 903"/>
              <a:gd name="T42" fmla="*/ 275 w 904"/>
              <a:gd name="T43" fmla="*/ 383 h 903"/>
              <a:gd name="T44" fmla="*/ 113 w 904"/>
              <a:gd name="T45" fmla="*/ 545 h 903"/>
              <a:gd name="T46" fmla="*/ 64 w 904"/>
              <a:gd name="T47" fmla="*/ 546 h 903"/>
              <a:gd name="T48" fmla="*/ 26 w 904"/>
              <a:gd name="T49" fmla="*/ 568 h 903"/>
              <a:gd name="T50" fmla="*/ 5 w 904"/>
              <a:gd name="T51" fmla="*/ 605 h 903"/>
              <a:gd name="T52" fmla="*/ 3 w 904"/>
              <a:gd name="T53" fmla="*/ 650 h 903"/>
              <a:gd name="T54" fmla="*/ 21 w 904"/>
              <a:gd name="T55" fmla="*/ 690 h 903"/>
              <a:gd name="T56" fmla="*/ 56 w 904"/>
              <a:gd name="T57" fmla="*/ 716 h 903"/>
              <a:gd name="T58" fmla="*/ 100 w 904"/>
              <a:gd name="T59" fmla="*/ 722 h 903"/>
              <a:gd name="T60" fmla="*/ 142 w 904"/>
              <a:gd name="T61" fmla="*/ 706 h 903"/>
              <a:gd name="T62" fmla="*/ 170 w 904"/>
              <a:gd name="T63" fmla="*/ 675 h 903"/>
              <a:gd name="T64" fmla="*/ 181 w 904"/>
              <a:gd name="T65" fmla="*/ 632 h 903"/>
              <a:gd name="T66" fmla="*/ 171 w 904"/>
              <a:gd name="T67" fmla="*/ 591 h 903"/>
              <a:gd name="T68" fmla="*/ 316 w 904"/>
              <a:gd name="T69" fmla="*/ 430 h 903"/>
              <a:gd name="T70" fmla="*/ 286 w 904"/>
              <a:gd name="T71" fmla="*/ 538 h 903"/>
              <a:gd name="T72" fmla="*/ 271 w 904"/>
              <a:gd name="T73" fmla="*/ 753 h 903"/>
              <a:gd name="T74" fmla="*/ 216 w 904"/>
              <a:gd name="T75" fmla="*/ 757 h 903"/>
              <a:gd name="T76" fmla="*/ 212 w 904"/>
              <a:gd name="T77" fmla="*/ 888 h 903"/>
              <a:gd name="T78" fmla="*/ 218 w 904"/>
              <a:gd name="T79" fmla="*/ 901 h 903"/>
              <a:gd name="T80" fmla="*/ 349 w 904"/>
              <a:gd name="T81" fmla="*/ 903 h 903"/>
              <a:gd name="T82" fmla="*/ 361 w 904"/>
              <a:gd name="T83" fmla="*/ 894 h 903"/>
              <a:gd name="T84" fmla="*/ 361 w 904"/>
              <a:gd name="T85" fmla="*/ 762 h 903"/>
              <a:gd name="T86" fmla="*/ 349 w 904"/>
              <a:gd name="T87" fmla="*/ 753 h 903"/>
              <a:gd name="T88" fmla="*/ 305 w 904"/>
              <a:gd name="T89" fmla="*/ 597 h 903"/>
              <a:gd name="T90" fmla="*/ 343 w 904"/>
              <a:gd name="T91" fmla="*/ 469 h 903"/>
              <a:gd name="T92" fmla="*/ 383 w 904"/>
              <a:gd name="T93" fmla="*/ 426 h 903"/>
              <a:gd name="T94" fmla="*/ 418 w 904"/>
              <a:gd name="T95" fmla="*/ 383 h 903"/>
              <a:gd name="T96" fmla="*/ 471 w 904"/>
              <a:gd name="T97" fmla="*/ 342 h 903"/>
              <a:gd name="T98" fmla="*/ 544 w 904"/>
              <a:gd name="T99" fmla="*/ 315 h 903"/>
              <a:gd name="T100" fmla="*/ 627 w 904"/>
              <a:gd name="T101" fmla="*/ 302 h 903"/>
              <a:gd name="T102" fmla="*/ 754 w 904"/>
              <a:gd name="T103" fmla="*/ 348 h 903"/>
              <a:gd name="T104" fmla="*/ 763 w 904"/>
              <a:gd name="T105" fmla="*/ 360 h 903"/>
              <a:gd name="T106" fmla="*/ 895 w 904"/>
              <a:gd name="T107" fmla="*/ 360 h 903"/>
              <a:gd name="T108" fmla="*/ 904 w 904"/>
              <a:gd name="T109" fmla="*/ 348 h 903"/>
              <a:gd name="T110" fmla="*/ 902 w 904"/>
              <a:gd name="T111" fmla="*/ 217 h 903"/>
              <a:gd name="T112" fmla="*/ 889 w 904"/>
              <a:gd name="T113" fmla="*/ 211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04" h="903">
                <a:moveTo>
                  <a:pt x="889" y="211"/>
                </a:moveTo>
                <a:lnTo>
                  <a:pt x="768" y="211"/>
                </a:lnTo>
                <a:lnTo>
                  <a:pt x="765" y="211"/>
                </a:lnTo>
                <a:lnTo>
                  <a:pt x="763" y="212"/>
                </a:lnTo>
                <a:lnTo>
                  <a:pt x="761" y="213"/>
                </a:lnTo>
                <a:lnTo>
                  <a:pt x="758" y="215"/>
                </a:lnTo>
                <a:lnTo>
                  <a:pt x="756" y="217"/>
                </a:lnTo>
                <a:lnTo>
                  <a:pt x="755" y="220"/>
                </a:lnTo>
                <a:lnTo>
                  <a:pt x="754" y="222"/>
                </a:lnTo>
                <a:lnTo>
                  <a:pt x="754" y="225"/>
                </a:lnTo>
                <a:lnTo>
                  <a:pt x="754" y="271"/>
                </a:lnTo>
                <a:lnTo>
                  <a:pt x="663" y="271"/>
                </a:lnTo>
                <a:lnTo>
                  <a:pt x="627" y="272"/>
                </a:lnTo>
                <a:lnTo>
                  <a:pt x="593" y="275"/>
                </a:lnTo>
                <a:lnTo>
                  <a:pt x="576" y="277"/>
                </a:lnTo>
                <a:lnTo>
                  <a:pt x="561" y="281"/>
                </a:lnTo>
                <a:lnTo>
                  <a:pt x="545" y="284"/>
                </a:lnTo>
                <a:lnTo>
                  <a:pt x="529" y="287"/>
                </a:lnTo>
                <a:lnTo>
                  <a:pt x="513" y="292"/>
                </a:lnTo>
                <a:lnTo>
                  <a:pt x="498" y="298"/>
                </a:lnTo>
                <a:lnTo>
                  <a:pt x="484" y="302"/>
                </a:lnTo>
                <a:lnTo>
                  <a:pt x="470" y="309"/>
                </a:lnTo>
                <a:lnTo>
                  <a:pt x="457" y="315"/>
                </a:lnTo>
                <a:lnTo>
                  <a:pt x="443" y="323"/>
                </a:lnTo>
                <a:lnTo>
                  <a:pt x="431" y="329"/>
                </a:lnTo>
                <a:lnTo>
                  <a:pt x="418" y="337"/>
                </a:lnTo>
                <a:lnTo>
                  <a:pt x="415" y="328"/>
                </a:lnTo>
                <a:lnTo>
                  <a:pt x="409" y="319"/>
                </a:lnTo>
                <a:lnTo>
                  <a:pt x="565" y="163"/>
                </a:lnTo>
                <a:lnTo>
                  <a:pt x="578" y="170"/>
                </a:lnTo>
                <a:lnTo>
                  <a:pt x="590" y="176"/>
                </a:lnTo>
                <a:lnTo>
                  <a:pt x="597" y="178"/>
                </a:lnTo>
                <a:lnTo>
                  <a:pt x="604" y="179"/>
                </a:lnTo>
                <a:lnTo>
                  <a:pt x="610" y="180"/>
                </a:lnTo>
                <a:lnTo>
                  <a:pt x="618" y="180"/>
                </a:lnTo>
                <a:lnTo>
                  <a:pt x="627" y="180"/>
                </a:lnTo>
                <a:lnTo>
                  <a:pt x="636" y="178"/>
                </a:lnTo>
                <a:lnTo>
                  <a:pt x="644" y="176"/>
                </a:lnTo>
                <a:lnTo>
                  <a:pt x="653" y="173"/>
                </a:lnTo>
                <a:lnTo>
                  <a:pt x="661" y="169"/>
                </a:lnTo>
                <a:lnTo>
                  <a:pt x="668" y="164"/>
                </a:lnTo>
                <a:lnTo>
                  <a:pt x="676" y="160"/>
                </a:lnTo>
                <a:lnTo>
                  <a:pt x="681" y="154"/>
                </a:lnTo>
                <a:lnTo>
                  <a:pt x="687" y="147"/>
                </a:lnTo>
                <a:lnTo>
                  <a:pt x="693" y="141"/>
                </a:lnTo>
                <a:lnTo>
                  <a:pt x="697" y="133"/>
                </a:lnTo>
                <a:lnTo>
                  <a:pt x="701" y="125"/>
                </a:lnTo>
                <a:lnTo>
                  <a:pt x="704" y="117"/>
                </a:lnTo>
                <a:lnTo>
                  <a:pt x="706" y="108"/>
                </a:lnTo>
                <a:lnTo>
                  <a:pt x="707" y="99"/>
                </a:lnTo>
                <a:lnTo>
                  <a:pt x="709" y="90"/>
                </a:lnTo>
                <a:lnTo>
                  <a:pt x="707" y="81"/>
                </a:lnTo>
                <a:lnTo>
                  <a:pt x="706" y="72"/>
                </a:lnTo>
                <a:lnTo>
                  <a:pt x="704" y="63"/>
                </a:lnTo>
                <a:lnTo>
                  <a:pt x="701" y="55"/>
                </a:lnTo>
                <a:lnTo>
                  <a:pt x="697" y="47"/>
                </a:lnTo>
                <a:lnTo>
                  <a:pt x="693" y="39"/>
                </a:lnTo>
                <a:lnTo>
                  <a:pt x="687" y="32"/>
                </a:lnTo>
                <a:lnTo>
                  <a:pt x="681" y="25"/>
                </a:lnTo>
                <a:lnTo>
                  <a:pt x="676" y="20"/>
                </a:lnTo>
                <a:lnTo>
                  <a:pt x="668" y="15"/>
                </a:lnTo>
                <a:lnTo>
                  <a:pt x="661" y="11"/>
                </a:lnTo>
                <a:lnTo>
                  <a:pt x="653" y="6"/>
                </a:lnTo>
                <a:lnTo>
                  <a:pt x="644" y="4"/>
                </a:lnTo>
                <a:lnTo>
                  <a:pt x="636" y="2"/>
                </a:lnTo>
                <a:lnTo>
                  <a:pt x="627" y="0"/>
                </a:lnTo>
                <a:lnTo>
                  <a:pt x="618" y="0"/>
                </a:lnTo>
                <a:lnTo>
                  <a:pt x="609" y="0"/>
                </a:lnTo>
                <a:lnTo>
                  <a:pt x="600" y="2"/>
                </a:lnTo>
                <a:lnTo>
                  <a:pt x="591" y="4"/>
                </a:lnTo>
                <a:lnTo>
                  <a:pt x="583" y="6"/>
                </a:lnTo>
                <a:lnTo>
                  <a:pt x="575" y="11"/>
                </a:lnTo>
                <a:lnTo>
                  <a:pt x="567" y="15"/>
                </a:lnTo>
                <a:lnTo>
                  <a:pt x="561" y="20"/>
                </a:lnTo>
                <a:lnTo>
                  <a:pt x="554" y="25"/>
                </a:lnTo>
                <a:lnTo>
                  <a:pt x="548" y="32"/>
                </a:lnTo>
                <a:lnTo>
                  <a:pt x="543" y="39"/>
                </a:lnTo>
                <a:lnTo>
                  <a:pt x="538" y="47"/>
                </a:lnTo>
                <a:lnTo>
                  <a:pt x="535" y="55"/>
                </a:lnTo>
                <a:lnTo>
                  <a:pt x="531" y="63"/>
                </a:lnTo>
                <a:lnTo>
                  <a:pt x="529" y="72"/>
                </a:lnTo>
                <a:lnTo>
                  <a:pt x="528" y="81"/>
                </a:lnTo>
                <a:lnTo>
                  <a:pt x="528" y="90"/>
                </a:lnTo>
                <a:lnTo>
                  <a:pt x="529" y="105"/>
                </a:lnTo>
                <a:lnTo>
                  <a:pt x="532" y="118"/>
                </a:lnTo>
                <a:lnTo>
                  <a:pt x="537" y="131"/>
                </a:lnTo>
                <a:lnTo>
                  <a:pt x="545" y="142"/>
                </a:lnTo>
                <a:lnTo>
                  <a:pt x="388" y="298"/>
                </a:lnTo>
                <a:lnTo>
                  <a:pt x="379" y="293"/>
                </a:lnTo>
                <a:lnTo>
                  <a:pt x="369" y="289"/>
                </a:lnTo>
                <a:lnTo>
                  <a:pt x="358" y="286"/>
                </a:lnTo>
                <a:lnTo>
                  <a:pt x="347" y="285"/>
                </a:lnTo>
                <a:lnTo>
                  <a:pt x="339" y="286"/>
                </a:lnTo>
                <a:lnTo>
                  <a:pt x="331" y="287"/>
                </a:lnTo>
                <a:lnTo>
                  <a:pt x="325" y="289"/>
                </a:lnTo>
                <a:lnTo>
                  <a:pt x="318" y="292"/>
                </a:lnTo>
                <a:lnTo>
                  <a:pt x="311" y="294"/>
                </a:lnTo>
                <a:lnTo>
                  <a:pt x="304" y="299"/>
                </a:lnTo>
                <a:lnTo>
                  <a:pt x="299" y="303"/>
                </a:lnTo>
                <a:lnTo>
                  <a:pt x="294" y="308"/>
                </a:lnTo>
                <a:lnTo>
                  <a:pt x="288" y="313"/>
                </a:lnTo>
                <a:lnTo>
                  <a:pt x="284" y="319"/>
                </a:lnTo>
                <a:lnTo>
                  <a:pt x="281" y="325"/>
                </a:lnTo>
                <a:lnTo>
                  <a:pt x="277" y="332"/>
                </a:lnTo>
                <a:lnTo>
                  <a:pt x="275" y="338"/>
                </a:lnTo>
                <a:lnTo>
                  <a:pt x="273" y="346"/>
                </a:lnTo>
                <a:lnTo>
                  <a:pt x="271" y="353"/>
                </a:lnTo>
                <a:lnTo>
                  <a:pt x="271" y="361"/>
                </a:lnTo>
                <a:lnTo>
                  <a:pt x="273" y="372"/>
                </a:lnTo>
                <a:lnTo>
                  <a:pt x="275" y="383"/>
                </a:lnTo>
                <a:lnTo>
                  <a:pt x="278" y="393"/>
                </a:lnTo>
                <a:lnTo>
                  <a:pt x="284" y="403"/>
                </a:lnTo>
                <a:lnTo>
                  <a:pt x="134" y="553"/>
                </a:lnTo>
                <a:lnTo>
                  <a:pt x="124" y="547"/>
                </a:lnTo>
                <a:lnTo>
                  <a:pt x="113" y="545"/>
                </a:lnTo>
                <a:lnTo>
                  <a:pt x="102" y="543"/>
                </a:lnTo>
                <a:lnTo>
                  <a:pt x="91" y="542"/>
                </a:lnTo>
                <a:lnTo>
                  <a:pt x="82" y="542"/>
                </a:lnTo>
                <a:lnTo>
                  <a:pt x="73" y="544"/>
                </a:lnTo>
                <a:lnTo>
                  <a:pt x="64" y="546"/>
                </a:lnTo>
                <a:lnTo>
                  <a:pt x="56" y="548"/>
                </a:lnTo>
                <a:lnTo>
                  <a:pt x="48" y="553"/>
                </a:lnTo>
                <a:lnTo>
                  <a:pt x="40" y="557"/>
                </a:lnTo>
                <a:lnTo>
                  <a:pt x="33" y="562"/>
                </a:lnTo>
                <a:lnTo>
                  <a:pt x="26" y="568"/>
                </a:lnTo>
                <a:lnTo>
                  <a:pt x="21" y="574"/>
                </a:lnTo>
                <a:lnTo>
                  <a:pt x="16" y="581"/>
                </a:lnTo>
                <a:lnTo>
                  <a:pt x="12" y="589"/>
                </a:lnTo>
                <a:lnTo>
                  <a:pt x="7" y="597"/>
                </a:lnTo>
                <a:lnTo>
                  <a:pt x="5" y="605"/>
                </a:lnTo>
                <a:lnTo>
                  <a:pt x="3" y="614"/>
                </a:lnTo>
                <a:lnTo>
                  <a:pt x="0" y="623"/>
                </a:lnTo>
                <a:lnTo>
                  <a:pt x="0" y="632"/>
                </a:lnTo>
                <a:lnTo>
                  <a:pt x="0" y="641"/>
                </a:lnTo>
                <a:lnTo>
                  <a:pt x="3" y="650"/>
                </a:lnTo>
                <a:lnTo>
                  <a:pt x="5" y="659"/>
                </a:lnTo>
                <a:lnTo>
                  <a:pt x="7" y="667"/>
                </a:lnTo>
                <a:lnTo>
                  <a:pt x="12" y="675"/>
                </a:lnTo>
                <a:lnTo>
                  <a:pt x="16" y="683"/>
                </a:lnTo>
                <a:lnTo>
                  <a:pt x="21" y="690"/>
                </a:lnTo>
                <a:lnTo>
                  <a:pt x="26" y="696"/>
                </a:lnTo>
                <a:lnTo>
                  <a:pt x="33" y="702"/>
                </a:lnTo>
                <a:lnTo>
                  <a:pt x="40" y="706"/>
                </a:lnTo>
                <a:lnTo>
                  <a:pt x="48" y="711"/>
                </a:lnTo>
                <a:lnTo>
                  <a:pt x="56" y="716"/>
                </a:lnTo>
                <a:lnTo>
                  <a:pt x="64" y="718"/>
                </a:lnTo>
                <a:lnTo>
                  <a:pt x="73" y="720"/>
                </a:lnTo>
                <a:lnTo>
                  <a:pt x="82" y="722"/>
                </a:lnTo>
                <a:lnTo>
                  <a:pt x="91" y="722"/>
                </a:lnTo>
                <a:lnTo>
                  <a:pt x="100" y="722"/>
                </a:lnTo>
                <a:lnTo>
                  <a:pt x="109" y="720"/>
                </a:lnTo>
                <a:lnTo>
                  <a:pt x="118" y="718"/>
                </a:lnTo>
                <a:lnTo>
                  <a:pt x="126" y="716"/>
                </a:lnTo>
                <a:lnTo>
                  <a:pt x="134" y="711"/>
                </a:lnTo>
                <a:lnTo>
                  <a:pt x="142" y="706"/>
                </a:lnTo>
                <a:lnTo>
                  <a:pt x="148" y="702"/>
                </a:lnTo>
                <a:lnTo>
                  <a:pt x="155" y="696"/>
                </a:lnTo>
                <a:lnTo>
                  <a:pt x="161" y="690"/>
                </a:lnTo>
                <a:lnTo>
                  <a:pt x="165" y="683"/>
                </a:lnTo>
                <a:lnTo>
                  <a:pt x="170" y="675"/>
                </a:lnTo>
                <a:lnTo>
                  <a:pt x="174" y="667"/>
                </a:lnTo>
                <a:lnTo>
                  <a:pt x="177" y="659"/>
                </a:lnTo>
                <a:lnTo>
                  <a:pt x="179" y="650"/>
                </a:lnTo>
                <a:lnTo>
                  <a:pt x="181" y="641"/>
                </a:lnTo>
                <a:lnTo>
                  <a:pt x="181" y="632"/>
                </a:lnTo>
                <a:lnTo>
                  <a:pt x="181" y="623"/>
                </a:lnTo>
                <a:lnTo>
                  <a:pt x="180" y="615"/>
                </a:lnTo>
                <a:lnTo>
                  <a:pt x="178" y="607"/>
                </a:lnTo>
                <a:lnTo>
                  <a:pt x="174" y="599"/>
                </a:lnTo>
                <a:lnTo>
                  <a:pt x="171" y="591"/>
                </a:lnTo>
                <a:lnTo>
                  <a:pt x="168" y="585"/>
                </a:lnTo>
                <a:lnTo>
                  <a:pt x="163" y="578"/>
                </a:lnTo>
                <a:lnTo>
                  <a:pt x="157" y="571"/>
                </a:lnTo>
                <a:lnTo>
                  <a:pt x="305" y="424"/>
                </a:lnTo>
                <a:lnTo>
                  <a:pt x="316" y="430"/>
                </a:lnTo>
                <a:lnTo>
                  <a:pt x="328" y="433"/>
                </a:lnTo>
                <a:lnTo>
                  <a:pt x="314" y="457"/>
                </a:lnTo>
                <a:lnTo>
                  <a:pt x="303" y="483"/>
                </a:lnTo>
                <a:lnTo>
                  <a:pt x="294" y="510"/>
                </a:lnTo>
                <a:lnTo>
                  <a:pt x="286" y="538"/>
                </a:lnTo>
                <a:lnTo>
                  <a:pt x="279" y="568"/>
                </a:lnTo>
                <a:lnTo>
                  <a:pt x="275" y="598"/>
                </a:lnTo>
                <a:lnTo>
                  <a:pt x="273" y="630"/>
                </a:lnTo>
                <a:lnTo>
                  <a:pt x="271" y="662"/>
                </a:lnTo>
                <a:lnTo>
                  <a:pt x="271" y="753"/>
                </a:lnTo>
                <a:lnTo>
                  <a:pt x="226" y="753"/>
                </a:lnTo>
                <a:lnTo>
                  <a:pt x="223" y="753"/>
                </a:lnTo>
                <a:lnTo>
                  <a:pt x="221" y="754"/>
                </a:lnTo>
                <a:lnTo>
                  <a:pt x="218" y="755"/>
                </a:lnTo>
                <a:lnTo>
                  <a:pt x="216" y="757"/>
                </a:lnTo>
                <a:lnTo>
                  <a:pt x="214" y="760"/>
                </a:lnTo>
                <a:lnTo>
                  <a:pt x="213" y="762"/>
                </a:lnTo>
                <a:lnTo>
                  <a:pt x="212" y="764"/>
                </a:lnTo>
                <a:lnTo>
                  <a:pt x="212" y="767"/>
                </a:lnTo>
                <a:lnTo>
                  <a:pt x="212" y="888"/>
                </a:lnTo>
                <a:lnTo>
                  <a:pt x="212" y="891"/>
                </a:lnTo>
                <a:lnTo>
                  <a:pt x="213" y="894"/>
                </a:lnTo>
                <a:lnTo>
                  <a:pt x="214" y="896"/>
                </a:lnTo>
                <a:lnTo>
                  <a:pt x="216" y="898"/>
                </a:lnTo>
                <a:lnTo>
                  <a:pt x="218" y="901"/>
                </a:lnTo>
                <a:lnTo>
                  <a:pt x="221" y="902"/>
                </a:lnTo>
                <a:lnTo>
                  <a:pt x="223" y="903"/>
                </a:lnTo>
                <a:lnTo>
                  <a:pt x="226" y="903"/>
                </a:lnTo>
                <a:lnTo>
                  <a:pt x="347" y="903"/>
                </a:lnTo>
                <a:lnTo>
                  <a:pt x="349" y="903"/>
                </a:lnTo>
                <a:lnTo>
                  <a:pt x="353" y="902"/>
                </a:lnTo>
                <a:lnTo>
                  <a:pt x="355" y="901"/>
                </a:lnTo>
                <a:lnTo>
                  <a:pt x="357" y="898"/>
                </a:lnTo>
                <a:lnTo>
                  <a:pt x="360" y="896"/>
                </a:lnTo>
                <a:lnTo>
                  <a:pt x="361" y="894"/>
                </a:lnTo>
                <a:lnTo>
                  <a:pt x="362" y="891"/>
                </a:lnTo>
                <a:lnTo>
                  <a:pt x="362" y="888"/>
                </a:lnTo>
                <a:lnTo>
                  <a:pt x="362" y="767"/>
                </a:lnTo>
                <a:lnTo>
                  <a:pt x="362" y="764"/>
                </a:lnTo>
                <a:lnTo>
                  <a:pt x="361" y="762"/>
                </a:lnTo>
                <a:lnTo>
                  <a:pt x="360" y="760"/>
                </a:lnTo>
                <a:lnTo>
                  <a:pt x="357" y="757"/>
                </a:lnTo>
                <a:lnTo>
                  <a:pt x="355" y="755"/>
                </a:lnTo>
                <a:lnTo>
                  <a:pt x="353" y="754"/>
                </a:lnTo>
                <a:lnTo>
                  <a:pt x="349" y="753"/>
                </a:lnTo>
                <a:lnTo>
                  <a:pt x="347" y="753"/>
                </a:lnTo>
                <a:lnTo>
                  <a:pt x="302" y="753"/>
                </a:lnTo>
                <a:lnTo>
                  <a:pt x="302" y="662"/>
                </a:lnTo>
                <a:lnTo>
                  <a:pt x="303" y="629"/>
                </a:lnTo>
                <a:lnTo>
                  <a:pt x="305" y="597"/>
                </a:lnTo>
                <a:lnTo>
                  <a:pt x="310" y="566"/>
                </a:lnTo>
                <a:lnTo>
                  <a:pt x="317" y="537"/>
                </a:lnTo>
                <a:lnTo>
                  <a:pt x="326" y="509"/>
                </a:lnTo>
                <a:lnTo>
                  <a:pt x="336" y="482"/>
                </a:lnTo>
                <a:lnTo>
                  <a:pt x="343" y="469"/>
                </a:lnTo>
                <a:lnTo>
                  <a:pt x="348" y="457"/>
                </a:lnTo>
                <a:lnTo>
                  <a:pt x="355" y="446"/>
                </a:lnTo>
                <a:lnTo>
                  <a:pt x="363" y="434"/>
                </a:lnTo>
                <a:lnTo>
                  <a:pt x="373" y="431"/>
                </a:lnTo>
                <a:lnTo>
                  <a:pt x="383" y="426"/>
                </a:lnTo>
                <a:lnTo>
                  <a:pt x="393" y="420"/>
                </a:lnTo>
                <a:lnTo>
                  <a:pt x="401" y="413"/>
                </a:lnTo>
                <a:lnTo>
                  <a:pt x="408" y="404"/>
                </a:lnTo>
                <a:lnTo>
                  <a:pt x="414" y="395"/>
                </a:lnTo>
                <a:lnTo>
                  <a:pt x="418" y="383"/>
                </a:lnTo>
                <a:lnTo>
                  <a:pt x="421" y="372"/>
                </a:lnTo>
                <a:lnTo>
                  <a:pt x="433" y="364"/>
                </a:lnTo>
                <a:lnTo>
                  <a:pt x="445" y="356"/>
                </a:lnTo>
                <a:lnTo>
                  <a:pt x="458" y="348"/>
                </a:lnTo>
                <a:lnTo>
                  <a:pt x="471" y="342"/>
                </a:lnTo>
                <a:lnTo>
                  <a:pt x="485" y="335"/>
                </a:lnTo>
                <a:lnTo>
                  <a:pt x="498" y="329"/>
                </a:lnTo>
                <a:lnTo>
                  <a:pt x="513" y="324"/>
                </a:lnTo>
                <a:lnTo>
                  <a:pt x="529" y="319"/>
                </a:lnTo>
                <a:lnTo>
                  <a:pt x="544" y="315"/>
                </a:lnTo>
                <a:lnTo>
                  <a:pt x="559" y="311"/>
                </a:lnTo>
                <a:lnTo>
                  <a:pt x="576" y="308"/>
                </a:lnTo>
                <a:lnTo>
                  <a:pt x="593" y="306"/>
                </a:lnTo>
                <a:lnTo>
                  <a:pt x="610" y="303"/>
                </a:lnTo>
                <a:lnTo>
                  <a:pt x="627" y="302"/>
                </a:lnTo>
                <a:lnTo>
                  <a:pt x="645" y="301"/>
                </a:lnTo>
                <a:lnTo>
                  <a:pt x="663" y="301"/>
                </a:lnTo>
                <a:lnTo>
                  <a:pt x="754" y="301"/>
                </a:lnTo>
                <a:lnTo>
                  <a:pt x="754" y="346"/>
                </a:lnTo>
                <a:lnTo>
                  <a:pt x="754" y="348"/>
                </a:lnTo>
                <a:lnTo>
                  <a:pt x="755" y="352"/>
                </a:lnTo>
                <a:lnTo>
                  <a:pt x="756" y="354"/>
                </a:lnTo>
                <a:lnTo>
                  <a:pt x="758" y="356"/>
                </a:lnTo>
                <a:lnTo>
                  <a:pt x="761" y="359"/>
                </a:lnTo>
                <a:lnTo>
                  <a:pt x="763" y="360"/>
                </a:lnTo>
                <a:lnTo>
                  <a:pt x="765" y="361"/>
                </a:lnTo>
                <a:lnTo>
                  <a:pt x="768" y="361"/>
                </a:lnTo>
                <a:lnTo>
                  <a:pt x="889" y="361"/>
                </a:lnTo>
                <a:lnTo>
                  <a:pt x="892" y="361"/>
                </a:lnTo>
                <a:lnTo>
                  <a:pt x="895" y="360"/>
                </a:lnTo>
                <a:lnTo>
                  <a:pt x="897" y="359"/>
                </a:lnTo>
                <a:lnTo>
                  <a:pt x="899" y="356"/>
                </a:lnTo>
                <a:lnTo>
                  <a:pt x="902" y="354"/>
                </a:lnTo>
                <a:lnTo>
                  <a:pt x="903" y="352"/>
                </a:lnTo>
                <a:lnTo>
                  <a:pt x="904" y="348"/>
                </a:lnTo>
                <a:lnTo>
                  <a:pt x="904" y="346"/>
                </a:lnTo>
                <a:lnTo>
                  <a:pt x="904" y="225"/>
                </a:lnTo>
                <a:lnTo>
                  <a:pt x="904" y="222"/>
                </a:lnTo>
                <a:lnTo>
                  <a:pt x="903" y="220"/>
                </a:lnTo>
                <a:lnTo>
                  <a:pt x="902" y="217"/>
                </a:lnTo>
                <a:lnTo>
                  <a:pt x="899" y="215"/>
                </a:lnTo>
                <a:lnTo>
                  <a:pt x="897" y="213"/>
                </a:lnTo>
                <a:lnTo>
                  <a:pt x="895" y="212"/>
                </a:lnTo>
                <a:lnTo>
                  <a:pt x="892" y="211"/>
                </a:lnTo>
                <a:lnTo>
                  <a:pt x="889" y="2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6" name="Group 35" descr="Icon of human being and gear. ">
            <a:extLst>
              <a:ext uri="{FF2B5EF4-FFF2-40B4-BE49-F238E27FC236}">
                <a16:creationId xmlns:a16="http://schemas.microsoft.com/office/drawing/2014/main" id="{ECC5F635-1712-4572-A9EC-F94E2199DDBD}"/>
              </a:ext>
            </a:extLst>
          </p:cNvPr>
          <p:cNvGrpSpPr/>
          <p:nvPr/>
        </p:nvGrpSpPr>
        <p:grpSpPr>
          <a:xfrm>
            <a:off x="7133464" y="5355478"/>
            <a:ext cx="338073" cy="339996"/>
            <a:chOff x="6450013" y="5349875"/>
            <a:chExt cx="279399" cy="280988"/>
          </a:xfrm>
          <a:solidFill>
            <a:schemeClr val="bg1"/>
          </a:solidFill>
        </p:grpSpPr>
        <p:sp>
          <p:nvSpPr>
            <p:cNvPr id="37" name="Freeform 3673">
              <a:extLst>
                <a:ext uri="{FF2B5EF4-FFF2-40B4-BE49-F238E27FC236}">
                  <a16:creationId xmlns:a16="http://schemas.microsoft.com/office/drawing/2014/main" id="{D1391604-D4EC-48A8-AE57-EDF19439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5349875"/>
              <a:ext cx="182562" cy="238125"/>
            </a:xfrm>
            <a:custGeom>
              <a:avLst/>
              <a:gdLst>
                <a:gd name="T0" fmla="*/ 379 w 459"/>
                <a:gd name="T1" fmla="*/ 550 h 602"/>
                <a:gd name="T2" fmla="*/ 380 w 459"/>
                <a:gd name="T3" fmla="*/ 519 h 602"/>
                <a:gd name="T4" fmla="*/ 345 w 459"/>
                <a:gd name="T5" fmla="*/ 495 h 602"/>
                <a:gd name="T6" fmla="*/ 397 w 459"/>
                <a:gd name="T7" fmla="*/ 400 h 602"/>
                <a:gd name="T8" fmla="*/ 408 w 459"/>
                <a:gd name="T9" fmla="*/ 395 h 602"/>
                <a:gd name="T10" fmla="*/ 450 w 459"/>
                <a:gd name="T11" fmla="*/ 406 h 602"/>
                <a:gd name="T12" fmla="*/ 412 w 459"/>
                <a:gd name="T13" fmla="*/ 384 h 602"/>
                <a:gd name="T14" fmla="*/ 376 w 459"/>
                <a:gd name="T15" fmla="*/ 370 h 602"/>
                <a:gd name="T16" fmla="*/ 361 w 459"/>
                <a:gd name="T17" fmla="*/ 307 h 602"/>
                <a:gd name="T18" fmla="*/ 379 w 459"/>
                <a:gd name="T19" fmla="*/ 288 h 602"/>
                <a:gd name="T20" fmla="*/ 397 w 459"/>
                <a:gd name="T21" fmla="*/ 252 h 602"/>
                <a:gd name="T22" fmla="*/ 406 w 459"/>
                <a:gd name="T23" fmla="*/ 214 h 602"/>
                <a:gd name="T24" fmla="*/ 415 w 459"/>
                <a:gd name="T25" fmla="*/ 202 h 602"/>
                <a:gd name="T26" fmla="*/ 420 w 459"/>
                <a:gd name="T27" fmla="*/ 183 h 602"/>
                <a:gd name="T28" fmla="*/ 416 w 459"/>
                <a:gd name="T29" fmla="*/ 152 h 602"/>
                <a:gd name="T30" fmla="*/ 412 w 459"/>
                <a:gd name="T31" fmla="*/ 121 h 602"/>
                <a:gd name="T32" fmla="*/ 420 w 459"/>
                <a:gd name="T33" fmla="*/ 78 h 602"/>
                <a:gd name="T34" fmla="*/ 415 w 459"/>
                <a:gd name="T35" fmla="*/ 45 h 602"/>
                <a:gd name="T36" fmla="*/ 403 w 459"/>
                <a:gd name="T37" fmla="*/ 27 h 602"/>
                <a:gd name="T38" fmla="*/ 382 w 459"/>
                <a:gd name="T39" fmla="*/ 15 h 602"/>
                <a:gd name="T40" fmla="*/ 341 w 459"/>
                <a:gd name="T41" fmla="*/ 3 h 602"/>
                <a:gd name="T42" fmla="*/ 291 w 459"/>
                <a:gd name="T43" fmla="*/ 0 h 602"/>
                <a:gd name="T44" fmla="*/ 245 w 459"/>
                <a:gd name="T45" fmla="*/ 9 h 602"/>
                <a:gd name="T46" fmla="*/ 213 w 459"/>
                <a:gd name="T47" fmla="*/ 27 h 602"/>
                <a:gd name="T48" fmla="*/ 201 w 459"/>
                <a:gd name="T49" fmla="*/ 42 h 602"/>
                <a:gd name="T50" fmla="*/ 181 w 459"/>
                <a:gd name="T51" fmla="*/ 44 h 602"/>
                <a:gd name="T52" fmla="*/ 163 w 459"/>
                <a:gd name="T53" fmla="*/ 56 h 602"/>
                <a:gd name="T54" fmla="*/ 155 w 459"/>
                <a:gd name="T55" fmla="*/ 87 h 602"/>
                <a:gd name="T56" fmla="*/ 164 w 459"/>
                <a:gd name="T57" fmla="*/ 138 h 602"/>
                <a:gd name="T58" fmla="*/ 159 w 459"/>
                <a:gd name="T59" fmla="*/ 144 h 602"/>
                <a:gd name="T60" fmla="*/ 150 w 459"/>
                <a:gd name="T61" fmla="*/ 162 h 602"/>
                <a:gd name="T62" fmla="*/ 149 w 459"/>
                <a:gd name="T63" fmla="*/ 184 h 602"/>
                <a:gd name="T64" fmla="*/ 154 w 459"/>
                <a:gd name="T65" fmla="*/ 201 h 602"/>
                <a:gd name="T66" fmla="*/ 163 w 459"/>
                <a:gd name="T67" fmla="*/ 214 h 602"/>
                <a:gd name="T68" fmla="*/ 169 w 459"/>
                <a:gd name="T69" fmla="*/ 237 h 602"/>
                <a:gd name="T70" fmla="*/ 179 w 459"/>
                <a:gd name="T71" fmla="*/ 271 h 602"/>
                <a:gd name="T72" fmla="*/ 203 w 459"/>
                <a:gd name="T73" fmla="*/ 306 h 602"/>
                <a:gd name="T74" fmla="*/ 215 w 459"/>
                <a:gd name="T75" fmla="*/ 364 h 602"/>
                <a:gd name="T76" fmla="*/ 171 w 459"/>
                <a:gd name="T77" fmla="*/ 381 h 602"/>
                <a:gd name="T78" fmla="*/ 106 w 459"/>
                <a:gd name="T79" fmla="*/ 401 h 602"/>
                <a:gd name="T80" fmla="*/ 46 w 459"/>
                <a:gd name="T81" fmla="*/ 428 h 602"/>
                <a:gd name="T82" fmla="*/ 22 w 459"/>
                <a:gd name="T83" fmla="*/ 449 h 602"/>
                <a:gd name="T84" fmla="*/ 10 w 459"/>
                <a:gd name="T85" fmla="*/ 479 h 602"/>
                <a:gd name="T86" fmla="*/ 2 w 459"/>
                <a:gd name="T87" fmla="*/ 540 h 602"/>
                <a:gd name="T88" fmla="*/ 1 w 459"/>
                <a:gd name="T89" fmla="*/ 594 h 602"/>
                <a:gd name="T90" fmla="*/ 11 w 459"/>
                <a:gd name="T91" fmla="*/ 602 h 602"/>
                <a:gd name="T92" fmla="*/ 345 w 459"/>
                <a:gd name="T93" fmla="*/ 589 h 602"/>
                <a:gd name="T94" fmla="*/ 352 w 459"/>
                <a:gd name="T95" fmla="*/ 577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9" h="602">
                  <a:moveTo>
                    <a:pt x="352" y="577"/>
                  </a:moveTo>
                  <a:lnTo>
                    <a:pt x="380" y="560"/>
                  </a:lnTo>
                  <a:lnTo>
                    <a:pt x="379" y="550"/>
                  </a:lnTo>
                  <a:lnTo>
                    <a:pt x="379" y="540"/>
                  </a:lnTo>
                  <a:lnTo>
                    <a:pt x="379" y="530"/>
                  </a:lnTo>
                  <a:lnTo>
                    <a:pt x="380" y="519"/>
                  </a:lnTo>
                  <a:lnTo>
                    <a:pt x="352" y="503"/>
                  </a:lnTo>
                  <a:lnTo>
                    <a:pt x="348" y="499"/>
                  </a:lnTo>
                  <a:lnTo>
                    <a:pt x="345" y="495"/>
                  </a:lnTo>
                  <a:lnTo>
                    <a:pt x="345" y="490"/>
                  </a:lnTo>
                  <a:lnTo>
                    <a:pt x="346" y="486"/>
                  </a:lnTo>
                  <a:lnTo>
                    <a:pt x="397" y="400"/>
                  </a:lnTo>
                  <a:lnTo>
                    <a:pt x="399" y="397"/>
                  </a:lnTo>
                  <a:lnTo>
                    <a:pt x="403" y="395"/>
                  </a:lnTo>
                  <a:lnTo>
                    <a:pt x="408" y="395"/>
                  </a:lnTo>
                  <a:lnTo>
                    <a:pt x="413" y="396"/>
                  </a:lnTo>
                  <a:lnTo>
                    <a:pt x="441" y="413"/>
                  </a:lnTo>
                  <a:lnTo>
                    <a:pt x="450" y="406"/>
                  </a:lnTo>
                  <a:lnTo>
                    <a:pt x="459" y="401"/>
                  </a:lnTo>
                  <a:lnTo>
                    <a:pt x="424" y="388"/>
                  </a:lnTo>
                  <a:lnTo>
                    <a:pt x="412" y="384"/>
                  </a:lnTo>
                  <a:lnTo>
                    <a:pt x="400" y="379"/>
                  </a:lnTo>
                  <a:lnTo>
                    <a:pt x="389" y="375"/>
                  </a:lnTo>
                  <a:lnTo>
                    <a:pt x="376" y="370"/>
                  </a:lnTo>
                  <a:lnTo>
                    <a:pt x="368" y="368"/>
                  </a:lnTo>
                  <a:lnTo>
                    <a:pt x="361" y="364"/>
                  </a:lnTo>
                  <a:lnTo>
                    <a:pt x="361" y="307"/>
                  </a:lnTo>
                  <a:lnTo>
                    <a:pt x="366" y="302"/>
                  </a:lnTo>
                  <a:lnTo>
                    <a:pt x="372" y="297"/>
                  </a:lnTo>
                  <a:lnTo>
                    <a:pt x="379" y="288"/>
                  </a:lnTo>
                  <a:lnTo>
                    <a:pt x="385" y="279"/>
                  </a:lnTo>
                  <a:lnTo>
                    <a:pt x="391" y="266"/>
                  </a:lnTo>
                  <a:lnTo>
                    <a:pt x="397" y="252"/>
                  </a:lnTo>
                  <a:lnTo>
                    <a:pt x="400" y="235"/>
                  </a:lnTo>
                  <a:lnTo>
                    <a:pt x="402" y="216"/>
                  </a:lnTo>
                  <a:lnTo>
                    <a:pt x="406" y="214"/>
                  </a:lnTo>
                  <a:lnTo>
                    <a:pt x="409" y="211"/>
                  </a:lnTo>
                  <a:lnTo>
                    <a:pt x="412" y="207"/>
                  </a:lnTo>
                  <a:lnTo>
                    <a:pt x="415" y="202"/>
                  </a:lnTo>
                  <a:lnTo>
                    <a:pt x="417" y="197"/>
                  </a:lnTo>
                  <a:lnTo>
                    <a:pt x="418" y="191"/>
                  </a:lnTo>
                  <a:lnTo>
                    <a:pt x="420" y="183"/>
                  </a:lnTo>
                  <a:lnTo>
                    <a:pt x="420" y="175"/>
                  </a:lnTo>
                  <a:lnTo>
                    <a:pt x="420" y="164"/>
                  </a:lnTo>
                  <a:lnTo>
                    <a:pt x="416" y="152"/>
                  </a:lnTo>
                  <a:lnTo>
                    <a:pt x="412" y="144"/>
                  </a:lnTo>
                  <a:lnTo>
                    <a:pt x="406" y="137"/>
                  </a:lnTo>
                  <a:lnTo>
                    <a:pt x="412" y="121"/>
                  </a:lnTo>
                  <a:lnTo>
                    <a:pt x="417" y="101"/>
                  </a:lnTo>
                  <a:lnTo>
                    <a:pt x="420" y="89"/>
                  </a:lnTo>
                  <a:lnTo>
                    <a:pt x="420" y="78"/>
                  </a:lnTo>
                  <a:lnTo>
                    <a:pt x="420" y="65"/>
                  </a:lnTo>
                  <a:lnTo>
                    <a:pt x="417" y="53"/>
                  </a:lnTo>
                  <a:lnTo>
                    <a:pt x="415" y="45"/>
                  </a:lnTo>
                  <a:lnTo>
                    <a:pt x="412" y="39"/>
                  </a:lnTo>
                  <a:lnTo>
                    <a:pt x="407" y="34"/>
                  </a:lnTo>
                  <a:lnTo>
                    <a:pt x="403" y="27"/>
                  </a:lnTo>
                  <a:lnTo>
                    <a:pt x="397" y="24"/>
                  </a:lnTo>
                  <a:lnTo>
                    <a:pt x="390" y="18"/>
                  </a:lnTo>
                  <a:lnTo>
                    <a:pt x="382" y="15"/>
                  </a:lnTo>
                  <a:lnTo>
                    <a:pt x="376" y="12"/>
                  </a:lnTo>
                  <a:lnTo>
                    <a:pt x="359" y="7"/>
                  </a:lnTo>
                  <a:lnTo>
                    <a:pt x="341" y="3"/>
                  </a:lnTo>
                  <a:lnTo>
                    <a:pt x="325" y="0"/>
                  </a:lnTo>
                  <a:lnTo>
                    <a:pt x="307" y="0"/>
                  </a:lnTo>
                  <a:lnTo>
                    <a:pt x="291" y="0"/>
                  </a:lnTo>
                  <a:lnTo>
                    <a:pt x="276" y="2"/>
                  </a:lnTo>
                  <a:lnTo>
                    <a:pt x="260" y="6"/>
                  </a:lnTo>
                  <a:lnTo>
                    <a:pt x="245" y="9"/>
                  </a:lnTo>
                  <a:lnTo>
                    <a:pt x="231" y="16"/>
                  </a:lnTo>
                  <a:lnTo>
                    <a:pt x="218" y="22"/>
                  </a:lnTo>
                  <a:lnTo>
                    <a:pt x="213" y="27"/>
                  </a:lnTo>
                  <a:lnTo>
                    <a:pt x="209" y="31"/>
                  </a:lnTo>
                  <a:lnTo>
                    <a:pt x="204" y="36"/>
                  </a:lnTo>
                  <a:lnTo>
                    <a:pt x="201" y="42"/>
                  </a:lnTo>
                  <a:lnTo>
                    <a:pt x="194" y="42"/>
                  </a:lnTo>
                  <a:lnTo>
                    <a:pt x="187" y="43"/>
                  </a:lnTo>
                  <a:lnTo>
                    <a:pt x="181" y="44"/>
                  </a:lnTo>
                  <a:lnTo>
                    <a:pt x="176" y="45"/>
                  </a:lnTo>
                  <a:lnTo>
                    <a:pt x="168" y="51"/>
                  </a:lnTo>
                  <a:lnTo>
                    <a:pt x="163" y="56"/>
                  </a:lnTo>
                  <a:lnTo>
                    <a:pt x="158" y="65"/>
                  </a:lnTo>
                  <a:lnTo>
                    <a:pt x="155" y="75"/>
                  </a:lnTo>
                  <a:lnTo>
                    <a:pt x="155" y="87"/>
                  </a:lnTo>
                  <a:lnTo>
                    <a:pt x="155" y="98"/>
                  </a:lnTo>
                  <a:lnTo>
                    <a:pt x="159" y="120"/>
                  </a:lnTo>
                  <a:lnTo>
                    <a:pt x="164" y="138"/>
                  </a:lnTo>
                  <a:lnTo>
                    <a:pt x="164" y="139"/>
                  </a:lnTo>
                  <a:lnTo>
                    <a:pt x="164" y="139"/>
                  </a:lnTo>
                  <a:lnTo>
                    <a:pt x="159" y="144"/>
                  </a:lnTo>
                  <a:lnTo>
                    <a:pt x="154" y="151"/>
                  </a:lnTo>
                  <a:lnTo>
                    <a:pt x="151" y="156"/>
                  </a:lnTo>
                  <a:lnTo>
                    <a:pt x="150" y="162"/>
                  </a:lnTo>
                  <a:lnTo>
                    <a:pt x="149" y="170"/>
                  </a:lnTo>
                  <a:lnTo>
                    <a:pt x="149" y="176"/>
                  </a:lnTo>
                  <a:lnTo>
                    <a:pt x="149" y="184"/>
                  </a:lnTo>
                  <a:lnTo>
                    <a:pt x="150" y="191"/>
                  </a:lnTo>
                  <a:lnTo>
                    <a:pt x="151" y="196"/>
                  </a:lnTo>
                  <a:lnTo>
                    <a:pt x="154" y="201"/>
                  </a:lnTo>
                  <a:lnTo>
                    <a:pt x="156" y="206"/>
                  </a:lnTo>
                  <a:lnTo>
                    <a:pt x="159" y="210"/>
                  </a:lnTo>
                  <a:lnTo>
                    <a:pt x="163" y="214"/>
                  </a:lnTo>
                  <a:lnTo>
                    <a:pt x="167" y="216"/>
                  </a:lnTo>
                  <a:lnTo>
                    <a:pt x="168" y="227"/>
                  </a:lnTo>
                  <a:lnTo>
                    <a:pt x="169" y="237"/>
                  </a:lnTo>
                  <a:lnTo>
                    <a:pt x="172" y="246"/>
                  </a:lnTo>
                  <a:lnTo>
                    <a:pt x="174" y="255"/>
                  </a:lnTo>
                  <a:lnTo>
                    <a:pt x="179" y="271"/>
                  </a:lnTo>
                  <a:lnTo>
                    <a:pt x="187" y="286"/>
                  </a:lnTo>
                  <a:lnTo>
                    <a:pt x="195" y="297"/>
                  </a:lnTo>
                  <a:lnTo>
                    <a:pt x="203" y="306"/>
                  </a:lnTo>
                  <a:lnTo>
                    <a:pt x="210" y="314"/>
                  </a:lnTo>
                  <a:lnTo>
                    <a:pt x="215" y="319"/>
                  </a:lnTo>
                  <a:lnTo>
                    <a:pt x="215" y="364"/>
                  </a:lnTo>
                  <a:lnTo>
                    <a:pt x="201" y="369"/>
                  </a:lnTo>
                  <a:lnTo>
                    <a:pt x="186" y="375"/>
                  </a:lnTo>
                  <a:lnTo>
                    <a:pt x="171" y="381"/>
                  </a:lnTo>
                  <a:lnTo>
                    <a:pt x="155" y="384"/>
                  </a:lnTo>
                  <a:lnTo>
                    <a:pt x="129" y="393"/>
                  </a:lnTo>
                  <a:lnTo>
                    <a:pt x="106" y="401"/>
                  </a:lnTo>
                  <a:lnTo>
                    <a:pt x="83" y="410"/>
                  </a:lnTo>
                  <a:lnTo>
                    <a:pt x="64" y="419"/>
                  </a:lnTo>
                  <a:lnTo>
                    <a:pt x="46" y="428"/>
                  </a:lnTo>
                  <a:lnTo>
                    <a:pt x="32" y="438"/>
                  </a:lnTo>
                  <a:lnTo>
                    <a:pt x="27" y="444"/>
                  </a:lnTo>
                  <a:lnTo>
                    <a:pt x="22" y="449"/>
                  </a:lnTo>
                  <a:lnTo>
                    <a:pt x="18" y="455"/>
                  </a:lnTo>
                  <a:lnTo>
                    <a:pt x="15" y="460"/>
                  </a:lnTo>
                  <a:lnTo>
                    <a:pt x="10" y="479"/>
                  </a:lnTo>
                  <a:lnTo>
                    <a:pt x="6" y="499"/>
                  </a:lnTo>
                  <a:lnTo>
                    <a:pt x="4" y="521"/>
                  </a:lnTo>
                  <a:lnTo>
                    <a:pt x="2" y="540"/>
                  </a:lnTo>
                  <a:lnTo>
                    <a:pt x="0" y="573"/>
                  </a:lnTo>
                  <a:lnTo>
                    <a:pt x="0" y="589"/>
                  </a:lnTo>
                  <a:lnTo>
                    <a:pt x="1" y="594"/>
                  </a:lnTo>
                  <a:lnTo>
                    <a:pt x="4" y="598"/>
                  </a:lnTo>
                  <a:lnTo>
                    <a:pt x="7" y="600"/>
                  </a:lnTo>
                  <a:lnTo>
                    <a:pt x="11" y="602"/>
                  </a:lnTo>
                  <a:lnTo>
                    <a:pt x="350" y="602"/>
                  </a:lnTo>
                  <a:lnTo>
                    <a:pt x="346" y="594"/>
                  </a:lnTo>
                  <a:lnTo>
                    <a:pt x="345" y="589"/>
                  </a:lnTo>
                  <a:lnTo>
                    <a:pt x="345" y="585"/>
                  </a:lnTo>
                  <a:lnTo>
                    <a:pt x="348" y="581"/>
                  </a:lnTo>
                  <a:lnTo>
                    <a:pt x="352" y="57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Freeform 3674">
              <a:extLst>
                <a:ext uri="{FF2B5EF4-FFF2-40B4-BE49-F238E27FC236}">
                  <a16:creationId xmlns:a16="http://schemas.microsoft.com/office/drawing/2014/main" id="{44A4D0F8-0767-41BC-BE62-0AED99EC8B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7650" y="5497513"/>
              <a:ext cx="131762" cy="133350"/>
            </a:xfrm>
            <a:custGeom>
              <a:avLst/>
              <a:gdLst>
                <a:gd name="T0" fmla="*/ 151 w 332"/>
                <a:gd name="T1" fmla="*/ 243 h 336"/>
                <a:gd name="T2" fmla="*/ 129 w 332"/>
                <a:gd name="T3" fmla="*/ 235 h 336"/>
                <a:gd name="T4" fmla="*/ 111 w 332"/>
                <a:gd name="T5" fmla="*/ 222 h 336"/>
                <a:gd name="T6" fmla="*/ 97 w 332"/>
                <a:gd name="T7" fmla="*/ 204 h 336"/>
                <a:gd name="T8" fmla="*/ 89 w 332"/>
                <a:gd name="T9" fmla="*/ 182 h 336"/>
                <a:gd name="T10" fmla="*/ 88 w 332"/>
                <a:gd name="T11" fmla="*/ 159 h 336"/>
                <a:gd name="T12" fmla="*/ 94 w 332"/>
                <a:gd name="T13" fmla="*/ 136 h 336"/>
                <a:gd name="T14" fmla="*/ 106 w 332"/>
                <a:gd name="T15" fmla="*/ 117 h 336"/>
                <a:gd name="T16" fmla="*/ 122 w 332"/>
                <a:gd name="T17" fmla="*/ 103 h 336"/>
                <a:gd name="T18" fmla="*/ 143 w 332"/>
                <a:gd name="T19" fmla="*/ 92 h 336"/>
                <a:gd name="T20" fmla="*/ 166 w 332"/>
                <a:gd name="T21" fmla="*/ 89 h 336"/>
                <a:gd name="T22" fmla="*/ 189 w 332"/>
                <a:gd name="T23" fmla="*/ 92 h 336"/>
                <a:gd name="T24" fmla="*/ 210 w 332"/>
                <a:gd name="T25" fmla="*/ 103 h 336"/>
                <a:gd name="T26" fmla="*/ 226 w 332"/>
                <a:gd name="T27" fmla="*/ 117 h 336"/>
                <a:gd name="T28" fmla="*/ 238 w 332"/>
                <a:gd name="T29" fmla="*/ 136 h 336"/>
                <a:gd name="T30" fmla="*/ 243 w 332"/>
                <a:gd name="T31" fmla="*/ 159 h 336"/>
                <a:gd name="T32" fmla="*/ 242 w 332"/>
                <a:gd name="T33" fmla="*/ 182 h 336"/>
                <a:gd name="T34" fmla="*/ 234 w 332"/>
                <a:gd name="T35" fmla="*/ 204 h 336"/>
                <a:gd name="T36" fmla="*/ 221 w 332"/>
                <a:gd name="T37" fmla="*/ 222 h 336"/>
                <a:gd name="T38" fmla="*/ 203 w 332"/>
                <a:gd name="T39" fmla="*/ 235 h 336"/>
                <a:gd name="T40" fmla="*/ 181 w 332"/>
                <a:gd name="T41" fmla="*/ 243 h 336"/>
                <a:gd name="T42" fmla="*/ 306 w 332"/>
                <a:gd name="T43" fmla="*/ 204 h 336"/>
                <a:gd name="T44" fmla="*/ 300 w 332"/>
                <a:gd name="T45" fmla="*/ 195 h 336"/>
                <a:gd name="T46" fmla="*/ 302 w 332"/>
                <a:gd name="T47" fmla="*/ 167 h 336"/>
                <a:gd name="T48" fmla="*/ 300 w 332"/>
                <a:gd name="T49" fmla="*/ 139 h 336"/>
                <a:gd name="T50" fmla="*/ 306 w 332"/>
                <a:gd name="T51" fmla="*/ 130 h 336"/>
                <a:gd name="T52" fmla="*/ 269 w 332"/>
                <a:gd name="T53" fmla="*/ 64 h 336"/>
                <a:gd name="T54" fmla="*/ 257 w 332"/>
                <a:gd name="T55" fmla="*/ 65 h 336"/>
                <a:gd name="T56" fmla="*/ 242 w 332"/>
                <a:gd name="T57" fmla="*/ 53 h 336"/>
                <a:gd name="T58" fmla="*/ 215 w 332"/>
                <a:gd name="T59" fmla="*/ 35 h 336"/>
                <a:gd name="T60" fmla="*/ 207 w 332"/>
                <a:gd name="T61" fmla="*/ 27 h 336"/>
                <a:gd name="T62" fmla="*/ 135 w 332"/>
                <a:gd name="T63" fmla="*/ 0 h 336"/>
                <a:gd name="T64" fmla="*/ 133 w 332"/>
                <a:gd name="T65" fmla="*/ 31 h 336"/>
                <a:gd name="T66" fmla="*/ 113 w 332"/>
                <a:gd name="T67" fmla="*/ 41 h 336"/>
                <a:gd name="T68" fmla="*/ 77 w 332"/>
                <a:gd name="T69" fmla="*/ 63 h 336"/>
                <a:gd name="T70" fmla="*/ 67 w 332"/>
                <a:gd name="T71" fmla="*/ 65 h 336"/>
                <a:gd name="T72" fmla="*/ 0 w 332"/>
                <a:gd name="T73" fmla="*/ 114 h 336"/>
                <a:gd name="T74" fmla="*/ 31 w 332"/>
                <a:gd name="T75" fmla="*/ 135 h 336"/>
                <a:gd name="T76" fmla="*/ 30 w 332"/>
                <a:gd name="T77" fmla="*/ 154 h 336"/>
                <a:gd name="T78" fmla="*/ 31 w 332"/>
                <a:gd name="T79" fmla="*/ 191 h 336"/>
                <a:gd name="T80" fmla="*/ 29 w 332"/>
                <a:gd name="T81" fmla="*/ 202 h 336"/>
                <a:gd name="T82" fmla="*/ 38 w 332"/>
                <a:gd name="T83" fmla="*/ 284 h 336"/>
                <a:gd name="T84" fmla="*/ 71 w 332"/>
                <a:gd name="T85" fmla="*/ 267 h 336"/>
                <a:gd name="T86" fmla="*/ 89 w 332"/>
                <a:gd name="T87" fmla="*/ 279 h 336"/>
                <a:gd name="T88" fmla="*/ 139 w 332"/>
                <a:gd name="T89" fmla="*/ 300 h 336"/>
                <a:gd name="T90" fmla="*/ 146 w 332"/>
                <a:gd name="T91" fmla="*/ 308 h 336"/>
                <a:gd name="T92" fmla="*/ 207 w 332"/>
                <a:gd name="T93" fmla="*/ 336 h 336"/>
                <a:gd name="T94" fmla="*/ 208 w 332"/>
                <a:gd name="T95" fmla="*/ 306 h 336"/>
                <a:gd name="T96" fmla="*/ 223 w 332"/>
                <a:gd name="T97" fmla="*/ 297 h 336"/>
                <a:gd name="T98" fmla="*/ 246 w 332"/>
                <a:gd name="T99" fmla="*/ 279 h 336"/>
                <a:gd name="T100" fmla="*/ 257 w 332"/>
                <a:gd name="T101" fmla="*/ 268 h 336"/>
                <a:gd name="T102" fmla="*/ 269 w 332"/>
                <a:gd name="T103" fmla="*/ 270 h 336"/>
                <a:gd name="T104" fmla="*/ 306 w 332"/>
                <a:gd name="T105" fmla="*/ 204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336">
                  <a:moveTo>
                    <a:pt x="166" y="245"/>
                  </a:moveTo>
                  <a:lnTo>
                    <a:pt x="158" y="244"/>
                  </a:lnTo>
                  <a:lnTo>
                    <a:pt x="151" y="243"/>
                  </a:lnTo>
                  <a:lnTo>
                    <a:pt x="143" y="241"/>
                  </a:lnTo>
                  <a:lnTo>
                    <a:pt x="135" y="239"/>
                  </a:lnTo>
                  <a:lnTo>
                    <a:pt x="129" y="235"/>
                  </a:lnTo>
                  <a:lnTo>
                    <a:pt x="122" y="231"/>
                  </a:lnTo>
                  <a:lnTo>
                    <a:pt x="116" y="227"/>
                  </a:lnTo>
                  <a:lnTo>
                    <a:pt x="111" y="222"/>
                  </a:lnTo>
                  <a:lnTo>
                    <a:pt x="106" y="217"/>
                  </a:lnTo>
                  <a:lnTo>
                    <a:pt x="101" y="211"/>
                  </a:lnTo>
                  <a:lnTo>
                    <a:pt x="97" y="204"/>
                  </a:lnTo>
                  <a:lnTo>
                    <a:pt x="94" y="198"/>
                  </a:lnTo>
                  <a:lnTo>
                    <a:pt x="92" y="190"/>
                  </a:lnTo>
                  <a:lnTo>
                    <a:pt x="89" y="182"/>
                  </a:lnTo>
                  <a:lnTo>
                    <a:pt x="88" y="175"/>
                  </a:lnTo>
                  <a:lnTo>
                    <a:pt x="88" y="167"/>
                  </a:lnTo>
                  <a:lnTo>
                    <a:pt x="88" y="159"/>
                  </a:lnTo>
                  <a:lnTo>
                    <a:pt x="89" y="151"/>
                  </a:lnTo>
                  <a:lnTo>
                    <a:pt x="92" y="144"/>
                  </a:lnTo>
                  <a:lnTo>
                    <a:pt x="94" y="136"/>
                  </a:lnTo>
                  <a:lnTo>
                    <a:pt x="97" y="130"/>
                  </a:lnTo>
                  <a:lnTo>
                    <a:pt x="101" y="123"/>
                  </a:lnTo>
                  <a:lnTo>
                    <a:pt x="106" y="117"/>
                  </a:lnTo>
                  <a:lnTo>
                    <a:pt x="111" y="112"/>
                  </a:lnTo>
                  <a:lnTo>
                    <a:pt x="116" y="106"/>
                  </a:lnTo>
                  <a:lnTo>
                    <a:pt x="122" y="103"/>
                  </a:lnTo>
                  <a:lnTo>
                    <a:pt x="129" y="99"/>
                  </a:lnTo>
                  <a:lnTo>
                    <a:pt x="135" y="95"/>
                  </a:lnTo>
                  <a:lnTo>
                    <a:pt x="143" y="92"/>
                  </a:lnTo>
                  <a:lnTo>
                    <a:pt x="151" y="90"/>
                  </a:lnTo>
                  <a:lnTo>
                    <a:pt x="158" y="90"/>
                  </a:lnTo>
                  <a:lnTo>
                    <a:pt x="166" y="89"/>
                  </a:lnTo>
                  <a:lnTo>
                    <a:pt x="174" y="90"/>
                  </a:lnTo>
                  <a:lnTo>
                    <a:pt x="181" y="90"/>
                  </a:lnTo>
                  <a:lnTo>
                    <a:pt x="189" y="92"/>
                  </a:lnTo>
                  <a:lnTo>
                    <a:pt x="196" y="95"/>
                  </a:lnTo>
                  <a:lnTo>
                    <a:pt x="203" y="99"/>
                  </a:lnTo>
                  <a:lnTo>
                    <a:pt x="210" y="103"/>
                  </a:lnTo>
                  <a:lnTo>
                    <a:pt x="215" y="106"/>
                  </a:lnTo>
                  <a:lnTo>
                    <a:pt x="221" y="112"/>
                  </a:lnTo>
                  <a:lnTo>
                    <a:pt x="226" y="117"/>
                  </a:lnTo>
                  <a:lnTo>
                    <a:pt x="230" y="123"/>
                  </a:lnTo>
                  <a:lnTo>
                    <a:pt x="234" y="130"/>
                  </a:lnTo>
                  <a:lnTo>
                    <a:pt x="238" y="136"/>
                  </a:lnTo>
                  <a:lnTo>
                    <a:pt x="241" y="144"/>
                  </a:lnTo>
                  <a:lnTo>
                    <a:pt x="242" y="151"/>
                  </a:lnTo>
                  <a:lnTo>
                    <a:pt x="243" y="159"/>
                  </a:lnTo>
                  <a:lnTo>
                    <a:pt x="244" y="167"/>
                  </a:lnTo>
                  <a:lnTo>
                    <a:pt x="243" y="175"/>
                  </a:lnTo>
                  <a:lnTo>
                    <a:pt x="242" y="182"/>
                  </a:lnTo>
                  <a:lnTo>
                    <a:pt x="241" y="190"/>
                  </a:lnTo>
                  <a:lnTo>
                    <a:pt x="238" y="198"/>
                  </a:lnTo>
                  <a:lnTo>
                    <a:pt x="234" y="204"/>
                  </a:lnTo>
                  <a:lnTo>
                    <a:pt x="230" y="211"/>
                  </a:lnTo>
                  <a:lnTo>
                    <a:pt x="226" y="217"/>
                  </a:lnTo>
                  <a:lnTo>
                    <a:pt x="221" y="222"/>
                  </a:lnTo>
                  <a:lnTo>
                    <a:pt x="215" y="227"/>
                  </a:lnTo>
                  <a:lnTo>
                    <a:pt x="210" y="231"/>
                  </a:lnTo>
                  <a:lnTo>
                    <a:pt x="203" y="235"/>
                  </a:lnTo>
                  <a:lnTo>
                    <a:pt x="196" y="239"/>
                  </a:lnTo>
                  <a:lnTo>
                    <a:pt x="189" y="241"/>
                  </a:lnTo>
                  <a:lnTo>
                    <a:pt x="181" y="243"/>
                  </a:lnTo>
                  <a:lnTo>
                    <a:pt x="174" y="244"/>
                  </a:lnTo>
                  <a:lnTo>
                    <a:pt x="166" y="245"/>
                  </a:lnTo>
                  <a:close/>
                  <a:moveTo>
                    <a:pt x="306" y="204"/>
                  </a:moveTo>
                  <a:lnTo>
                    <a:pt x="302" y="202"/>
                  </a:lnTo>
                  <a:lnTo>
                    <a:pt x="301" y="199"/>
                  </a:lnTo>
                  <a:lnTo>
                    <a:pt x="300" y="195"/>
                  </a:lnTo>
                  <a:lnTo>
                    <a:pt x="300" y="191"/>
                  </a:lnTo>
                  <a:lnTo>
                    <a:pt x="302" y="180"/>
                  </a:lnTo>
                  <a:lnTo>
                    <a:pt x="302" y="167"/>
                  </a:lnTo>
                  <a:lnTo>
                    <a:pt x="302" y="154"/>
                  </a:lnTo>
                  <a:lnTo>
                    <a:pt x="300" y="142"/>
                  </a:lnTo>
                  <a:lnTo>
                    <a:pt x="300" y="139"/>
                  </a:lnTo>
                  <a:lnTo>
                    <a:pt x="301" y="135"/>
                  </a:lnTo>
                  <a:lnTo>
                    <a:pt x="302" y="132"/>
                  </a:lnTo>
                  <a:lnTo>
                    <a:pt x="306" y="130"/>
                  </a:lnTo>
                  <a:lnTo>
                    <a:pt x="332" y="114"/>
                  </a:lnTo>
                  <a:lnTo>
                    <a:pt x="293" y="50"/>
                  </a:lnTo>
                  <a:lnTo>
                    <a:pt x="269" y="64"/>
                  </a:lnTo>
                  <a:lnTo>
                    <a:pt x="265" y="65"/>
                  </a:lnTo>
                  <a:lnTo>
                    <a:pt x="261" y="65"/>
                  </a:lnTo>
                  <a:lnTo>
                    <a:pt x="257" y="65"/>
                  </a:lnTo>
                  <a:lnTo>
                    <a:pt x="255" y="63"/>
                  </a:lnTo>
                  <a:lnTo>
                    <a:pt x="251" y="59"/>
                  </a:lnTo>
                  <a:lnTo>
                    <a:pt x="242" y="53"/>
                  </a:lnTo>
                  <a:lnTo>
                    <a:pt x="233" y="45"/>
                  </a:lnTo>
                  <a:lnTo>
                    <a:pt x="224" y="40"/>
                  </a:lnTo>
                  <a:lnTo>
                    <a:pt x="215" y="35"/>
                  </a:lnTo>
                  <a:lnTo>
                    <a:pt x="211" y="33"/>
                  </a:lnTo>
                  <a:lnTo>
                    <a:pt x="208" y="31"/>
                  </a:lnTo>
                  <a:lnTo>
                    <a:pt x="207" y="27"/>
                  </a:lnTo>
                  <a:lnTo>
                    <a:pt x="207" y="24"/>
                  </a:lnTo>
                  <a:lnTo>
                    <a:pt x="207" y="0"/>
                  </a:lnTo>
                  <a:lnTo>
                    <a:pt x="135" y="0"/>
                  </a:lnTo>
                  <a:lnTo>
                    <a:pt x="135" y="24"/>
                  </a:lnTo>
                  <a:lnTo>
                    <a:pt x="134" y="27"/>
                  </a:lnTo>
                  <a:lnTo>
                    <a:pt x="133" y="31"/>
                  </a:lnTo>
                  <a:lnTo>
                    <a:pt x="130" y="33"/>
                  </a:lnTo>
                  <a:lnTo>
                    <a:pt x="126" y="35"/>
                  </a:lnTo>
                  <a:lnTo>
                    <a:pt x="113" y="41"/>
                  </a:lnTo>
                  <a:lnTo>
                    <a:pt x="101" y="47"/>
                  </a:lnTo>
                  <a:lnTo>
                    <a:pt x="88" y="55"/>
                  </a:lnTo>
                  <a:lnTo>
                    <a:pt x="77" y="63"/>
                  </a:lnTo>
                  <a:lnTo>
                    <a:pt x="75" y="65"/>
                  </a:lnTo>
                  <a:lnTo>
                    <a:pt x="71" y="65"/>
                  </a:lnTo>
                  <a:lnTo>
                    <a:pt x="67" y="65"/>
                  </a:lnTo>
                  <a:lnTo>
                    <a:pt x="63" y="64"/>
                  </a:lnTo>
                  <a:lnTo>
                    <a:pt x="38" y="50"/>
                  </a:lnTo>
                  <a:lnTo>
                    <a:pt x="0" y="114"/>
                  </a:lnTo>
                  <a:lnTo>
                    <a:pt x="26" y="130"/>
                  </a:lnTo>
                  <a:lnTo>
                    <a:pt x="29" y="132"/>
                  </a:lnTo>
                  <a:lnTo>
                    <a:pt x="31" y="135"/>
                  </a:lnTo>
                  <a:lnTo>
                    <a:pt x="33" y="139"/>
                  </a:lnTo>
                  <a:lnTo>
                    <a:pt x="31" y="142"/>
                  </a:lnTo>
                  <a:lnTo>
                    <a:pt x="30" y="154"/>
                  </a:lnTo>
                  <a:lnTo>
                    <a:pt x="30" y="167"/>
                  </a:lnTo>
                  <a:lnTo>
                    <a:pt x="30" y="178"/>
                  </a:lnTo>
                  <a:lnTo>
                    <a:pt x="31" y="191"/>
                  </a:lnTo>
                  <a:lnTo>
                    <a:pt x="33" y="195"/>
                  </a:lnTo>
                  <a:lnTo>
                    <a:pt x="31" y="199"/>
                  </a:lnTo>
                  <a:lnTo>
                    <a:pt x="29" y="202"/>
                  </a:lnTo>
                  <a:lnTo>
                    <a:pt x="26" y="204"/>
                  </a:lnTo>
                  <a:lnTo>
                    <a:pt x="0" y="220"/>
                  </a:lnTo>
                  <a:lnTo>
                    <a:pt x="38" y="284"/>
                  </a:lnTo>
                  <a:lnTo>
                    <a:pt x="63" y="270"/>
                  </a:lnTo>
                  <a:lnTo>
                    <a:pt x="67" y="268"/>
                  </a:lnTo>
                  <a:lnTo>
                    <a:pt x="71" y="267"/>
                  </a:lnTo>
                  <a:lnTo>
                    <a:pt x="75" y="268"/>
                  </a:lnTo>
                  <a:lnTo>
                    <a:pt x="77" y="271"/>
                  </a:lnTo>
                  <a:lnTo>
                    <a:pt x="89" y="279"/>
                  </a:lnTo>
                  <a:lnTo>
                    <a:pt x="106" y="286"/>
                  </a:lnTo>
                  <a:lnTo>
                    <a:pt x="124" y="295"/>
                  </a:lnTo>
                  <a:lnTo>
                    <a:pt x="139" y="300"/>
                  </a:lnTo>
                  <a:lnTo>
                    <a:pt x="142" y="303"/>
                  </a:lnTo>
                  <a:lnTo>
                    <a:pt x="144" y="306"/>
                  </a:lnTo>
                  <a:lnTo>
                    <a:pt x="146" y="308"/>
                  </a:lnTo>
                  <a:lnTo>
                    <a:pt x="147" y="312"/>
                  </a:lnTo>
                  <a:lnTo>
                    <a:pt x="147" y="336"/>
                  </a:lnTo>
                  <a:lnTo>
                    <a:pt x="207" y="336"/>
                  </a:lnTo>
                  <a:lnTo>
                    <a:pt x="207" y="312"/>
                  </a:lnTo>
                  <a:lnTo>
                    <a:pt x="207" y="308"/>
                  </a:lnTo>
                  <a:lnTo>
                    <a:pt x="208" y="306"/>
                  </a:lnTo>
                  <a:lnTo>
                    <a:pt x="211" y="303"/>
                  </a:lnTo>
                  <a:lnTo>
                    <a:pt x="215" y="300"/>
                  </a:lnTo>
                  <a:lnTo>
                    <a:pt x="223" y="297"/>
                  </a:lnTo>
                  <a:lnTo>
                    <a:pt x="230" y="291"/>
                  </a:lnTo>
                  <a:lnTo>
                    <a:pt x="238" y="285"/>
                  </a:lnTo>
                  <a:lnTo>
                    <a:pt x="246" y="279"/>
                  </a:lnTo>
                  <a:lnTo>
                    <a:pt x="250" y="275"/>
                  </a:lnTo>
                  <a:lnTo>
                    <a:pt x="255" y="271"/>
                  </a:lnTo>
                  <a:lnTo>
                    <a:pt x="257" y="268"/>
                  </a:lnTo>
                  <a:lnTo>
                    <a:pt x="261" y="267"/>
                  </a:lnTo>
                  <a:lnTo>
                    <a:pt x="265" y="268"/>
                  </a:lnTo>
                  <a:lnTo>
                    <a:pt x="269" y="270"/>
                  </a:lnTo>
                  <a:lnTo>
                    <a:pt x="295" y="284"/>
                  </a:lnTo>
                  <a:lnTo>
                    <a:pt x="332" y="220"/>
                  </a:lnTo>
                  <a:lnTo>
                    <a:pt x="306" y="2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39" name="Group 38" descr="Icon of gears. ">
            <a:extLst>
              <a:ext uri="{FF2B5EF4-FFF2-40B4-BE49-F238E27FC236}">
                <a16:creationId xmlns:a16="http://schemas.microsoft.com/office/drawing/2014/main" id="{5BC0E3F0-447D-4721-AB1F-C8243BA36671}"/>
              </a:ext>
            </a:extLst>
          </p:cNvPr>
          <p:cNvGrpSpPr/>
          <p:nvPr/>
        </p:nvGrpSpPr>
        <p:grpSpPr>
          <a:xfrm>
            <a:off x="4717582" y="5353558"/>
            <a:ext cx="343837" cy="343837"/>
            <a:chOff x="7613650" y="1387475"/>
            <a:chExt cx="284163" cy="284163"/>
          </a:xfrm>
          <a:solidFill>
            <a:schemeClr val="bg1"/>
          </a:solidFill>
        </p:grpSpPr>
        <p:sp>
          <p:nvSpPr>
            <p:cNvPr id="40" name="Freeform 4359">
              <a:extLst>
                <a:ext uri="{FF2B5EF4-FFF2-40B4-BE49-F238E27FC236}">
                  <a16:creationId xmlns:a16="http://schemas.microsoft.com/office/drawing/2014/main" id="{351831F3-9830-4A23-8B34-11A3FCCA02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13650" y="1471613"/>
              <a:ext cx="200025" cy="200025"/>
            </a:xfrm>
            <a:custGeom>
              <a:avLst/>
              <a:gdLst>
                <a:gd name="T0" fmla="*/ 276 w 629"/>
                <a:gd name="T1" fmla="*/ 436 h 629"/>
                <a:gd name="T2" fmla="*/ 233 w 629"/>
                <a:gd name="T3" fmla="*/ 411 h 629"/>
                <a:gd name="T4" fmla="*/ 202 w 629"/>
                <a:gd name="T5" fmla="*/ 374 h 629"/>
                <a:gd name="T6" fmla="*/ 187 w 629"/>
                <a:gd name="T7" fmla="*/ 325 h 629"/>
                <a:gd name="T8" fmla="*/ 192 w 629"/>
                <a:gd name="T9" fmla="*/ 274 h 629"/>
                <a:gd name="T10" fmla="*/ 216 w 629"/>
                <a:gd name="T11" fmla="*/ 231 h 629"/>
                <a:gd name="T12" fmla="*/ 253 w 629"/>
                <a:gd name="T13" fmla="*/ 199 h 629"/>
                <a:gd name="T14" fmla="*/ 301 w 629"/>
                <a:gd name="T15" fmla="*/ 184 h 629"/>
                <a:gd name="T16" fmla="*/ 352 w 629"/>
                <a:gd name="T17" fmla="*/ 190 h 629"/>
                <a:gd name="T18" fmla="*/ 395 w 629"/>
                <a:gd name="T19" fmla="*/ 213 h 629"/>
                <a:gd name="T20" fmla="*/ 426 w 629"/>
                <a:gd name="T21" fmla="*/ 252 h 629"/>
                <a:gd name="T22" fmla="*/ 441 w 629"/>
                <a:gd name="T23" fmla="*/ 300 h 629"/>
                <a:gd name="T24" fmla="*/ 436 w 629"/>
                <a:gd name="T25" fmla="*/ 350 h 629"/>
                <a:gd name="T26" fmla="*/ 413 w 629"/>
                <a:gd name="T27" fmla="*/ 394 h 629"/>
                <a:gd name="T28" fmla="*/ 375 w 629"/>
                <a:gd name="T29" fmla="*/ 425 h 629"/>
                <a:gd name="T30" fmla="*/ 327 w 629"/>
                <a:gd name="T31" fmla="*/ 440 h 629"/>
                <a:gd name="T32" fmla="*/ 572 w 629"/>
                <a:gd name="T33" fmla="*/ 346 h 629"/>
                <a:gd name="T34" fmla="*/ 574 w 629"/>
                <a:gd name="T35" fmla="*/ 302 h 629"/>
                <a:gd name="T36" fmla="*/ 620 w 629"/>
                <a:gd name="T37" fmla="*/ 241 h 629"/>
                <a:gd name="T38" fmla="*/ 628 w 629"/>
                <a:gd name="T39" fmla="*/ 231 h 629"/>
                <a:gd name="T40" fmla="*/ 625 w 629"/>
                <a:gd name="T41" fmla="*/ 219 h 629"/>
                <a:gd name="T42" fmla="*/ 544 w 629"/>
                <a:gd name="T43" fmla="*/ 84 h 629"/>
                <a:gd name="T44" fmla="*/ 532 w 629"/>
                <a:gd name="T45" fmla="*/ 83 h 629"/>
                <a:gd name="T46" fmla="*/ 447 w 629"/>
                <a:gd name="T47" fmla="*/ 88 h 629"/>
                <a:gd name="T48" fmla="*/ 407 w 629"/>
                <a:gd name="T49" fmla="*/ 69 h 629"/>
                <a:gd name="T50" fmla="*/ 404 w 629"/>
                <a:gd name="T51" fmla="*/ 7 h 629"/>
                <a:gd name="T52" fmla="*/ 395 w 629"/>
                <a:gd name="T53" fmla="*/ 0 h 629"/>
                <a:gd name="T54" fmla="*/ 235 w 629"/>
                <a:gd name="T55" fmla="*/ 1 h 629"/>
                <a:gd name="T56" fmla="*/ 227 w 629"/>
                <a:gd name="T57" fmla="*/ 10 h 629"/>
                <a:gd name="T58" fmla="*/ 216 w 629"/>
                <a:gd name="T59" fmla="*/ 72 h 629"/>
                <a:gd name="T60" fmla="*/ 177 w 629"/>
                <a:gd name="T61" fmla="*/ 91 h 629"/>
                <a:gd name="T62" fmla="*/ 98 w 629"/>
                <a:gd name="T63" fmla="*/ 84 h 629"/>
                <a:gd name="T64" fmla="*/ 87 w 629"/>
                <a:gd name="T65" fmla="*/ 83 h 629"/>
                <a:gd name="T66" fmla="*/ 78 w 629"/>
                <a:gd name="T67" fmla="*/ 90 h 629"/>
                <a:gd name="T68" fmla="*/ 1 w 629"/>
                <a:gd name="T69" fmla="*/ 228 h 629"/>
                <a:gd name="T70" fmla="*/ 57 w 629"/>
                <a:gd name="T71" fmla="*/ 269 h 629"/>
                <a:gd name="T72" fmla="*/ 54 w 629"/>
                <a:gd name="T73" fmla="*/ 313 h 629"/>
                <a:gd name="T74" fmla="*/ 57 w 629"/>
                <a:gd name="T75" fmla="*/ 355 h 629"/>
                <a:gd name="T76" fmla="*/ 2 w 629"/>
                <a:gd name="T77" fmla="*/ 391 h 629"/>
                <a:gd name="T78" fmla="*/ 1 w 629"/>
                <a:gd name="T79" fmla="*/ 402 h 629"/>
                <a:gd name="T80" fmla="*/ 86 w 629"/>
                <a:gd name="T81" fmla="*/ 543 h 629"/>
                <a:gd name="T82" fmla="*/ 98 w 629"/>
                <a:gd name="T83" fmla="*/ 542 h 629"/>
                <a:gd name="T84" fmla="*/ 177 w 629"/>
                <a:gd name="T85" fmla="*/ 533 h 629"/>
                <a:gd name="T86" fmla="*/ 216 w 629"/>
                <a:gd name="T87" fmla="*/ 552 h 629"/>
                <a:gd name="T88" fmla="*/ 227 w 629"/>
                <a:gd name="T89" fmla="*/ 620 h 629"/>
                <a:gd name="T90" fmla="*/ 235 w 629"/>
                <a:gd name="T91" fmla="*/ 628 h 629"/>
                <a:gd name="T92" fmla="*/ 395 w 629"/>
                <a:gd name="T93" fmla="*/ 629 h 629"/>
                <a:gd name="T94" fmla="*/ 404 w 629"/>
                <a:gd name="T95" fmla="*/ 623 h 629"/>
                <a:gd name="T96" fmla="*/ 407 w 629"/>
                <a:gd name="T97" fmla="*/ 556 h 629"/>
                <a:gd name="T98" fmla="*/ 447 w 629"/>
                <a:gd name="T99" fmla="*/ 538 h 629"/>
                <a:gd name="T100" fmla="*/ 533 w 629"/>
                <a:gd name="T101" fmla="*/ 543 h 629"/>
                <a:gd name="T102" fmla="*/ 545 w 629"/>
                <a:gd name="T103" fmla="*/ 543 h 629"/>
                <a:gd name="T104" fmla="*/ 627 w 629"/>
                <a:gd name="T105" fmla="*/ 405 h 629"/>
                <a:gd name="T106" fmla="*/ 628 w 629"/>
                <a:gd name="T107" fmla="*/ 394 h 629"/>
                <a:gd name="T108" fmla="*/ 621 w 629"/>
                <a:gd name="T109" fmla="*/ 385 h 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29" h="629">
                  <a:moveTo>
                    <a:pt x="314" y="441"/>
                  </a:moveTo>
                  <a:lnTo>
                    <a:pt x="301" y="440"/>
                  </a:lnTo>
                  <a:lnTo>
                    <a:pt x="288" y="439"/>
                  </a:lnTo>
                  <a:lnTo>
                    <a:pt x="276" y="436"/>
                  </a:lnTo>
                  <a:lnTo>
                    <a:pt x="264" y="430"/>
                  </a:lnTo>
                  <a:lnTo>
                    <a:pt x="253" y="425"/>
                  </a:lnTo>
                  <a:lnTo>
                    <a:pt x="242" y="418"/>
                  </a:lnTo>
                  <a:lnTo>
                    <a:pt x="233" y="411"/>
                  </a:lnTo>
                  <a:lnTo>
                    <a:pt x="223" y="404"/>
                  </a:lnTo>
                  <a:lnTo>
                    <a:pt x="216" y="394"/>
                  </a:lnTo>
                  <a:lnTo>
                    <a:pt x="208" y="384"/>
                  </a:lnTo>
                  <a:lnTo>
                    <a:pt x="202" y="374"/>
                  </a:lnTo>
                  <a:lnTo>
                    <a:pt x="196" y="362"/>
                  </a:lnTo>
                  <a:lnTo>
                    <a:pt x="192" y="350"/>
                  </a:lnTo>
                  <a:lnTo>
                    <a:pt x="189" y="338"/>
                  </a:lnTo>
                  <a:lnTo>
                    <a:pt x="187" y="325"/>
                  </a:lnTo>
                  <a:lnTo>
                    <a:pt x="186" y="313"/>
                  </a:lnTo>
                  <a:lnTo>
                    <a:pt x="187" y="300"/>
                  </a:lnTo>
                  <a:lnTo>
                    <a:pt x="189" y="287"/>
                  </a:lnTo>
                  <a:lnTo>
                    <a:pt x="192" y="274"/>
                  </a:lnTo>
                  <a:lnTo>
                    <a:pt x="196" y="262"/>
                  </a:lnTo>
                  <a:lnTo>
                    <a:pt x="202" y="252"/>
                  </a:lnTo>
                  <a:lnTo>
                    <a:pt x="208" y="241"/>
                  </a:lnTo>
                  <a:lnTo>
                    <a:pt x="216" y="231"/>
                  </a:lnTo>
                  <a:lnTo>
                    <a:pt x="223" y="222"/>
                  </a:lnTo>
                  <a:lnTo>
                    <a:pt x="233" y="213"/>
                  </a:lnTo>
                  <a:lnTo>
                    <a:pt x="242" y="206"/>
                  </a:lnTo>
                  <a:lnTo>
                    <a:pt x="253" y="199"/>
                  </a:lnTo>
                  <a:lnTo>
                    <a:pt x="264" y="194"/>
                  </a:lnTo>
                  <a:lnTo>
                    <a:pt x="276" y="190"/>
                  </a:lnTo>
                  <a:lnTo>
                    <a:pt x="288" y="186"/>
                  </a:lnTo>
                  <a:lnTo>
                    <a:pt x="301" y="184"/>
                  </a:lnTo>
                  <a:lnTo>
                    <a:pt x="314" y="184"/>
                  </a:lnTo>
                  <a:lnTo>
                    <a:pt x="327" y="184"/>
                  </a:lnTo>
                  <a:lnTo>
                    <a:pt x="340" y="186"/>
                  </a:lnTo>
                  <a:lnTo>
                    <a:pt x="352" y="190"/>
                  </a:lnTo>
                  <a:lnTo>
                    <a:pt x="363" y="194"/>
                  </a:lnTo>
                  <a:lnTo>
                    <a:pt x="375" y="199"/>
                  </a:lnTo>
                  <a:lnTo>
                    <a:pt x="386" y="206"/>
                  </a:lnTo>
                  <a:lnTo>
                    <a:pt x="395" y="213"/>
                  </a:lnTo>
                  <a:lnTo>
                    <a:pt x="404" y="222"/>
                  </a:lnTo>
                  <a:lnTo>
                    <a:pt x="413" y="231"/>
                  </a:lnTo>
                  <a:lnTo>
                    <a:pt x="420" y="241"/>
                  </a:lnTo>
                  <a:lnTo>
                    <a:pt x="426" y="252"/>
                  </a:lnTo>
                  <a:lnTo>
                    <a:pt x="432" y="262"/>
                  </a:lnTo>
                  <a:lnTo>
                    <a:pt x="436" y="274"/>
                  </a:lnTo>
                  <a:lnTo>
                    <a:pt x="439" y="287"/>
                  </a:lnTo>
                  <a:lnTo>
                    <a:pt x="441" y="300"/>
                  </a:lnTo>
                  <a:lnTo>
                    <a:pt x="443" y="313"/>
                  </a:lnTo>
                  <a:lnTo>
                    <a:pt x="441" y="325"/>
                  </a:lnTo>
                  <a:lnTo>
                    <a:pt x="439" y="338"/>
                  </a:lnTo>
                  <a:lnTo>
                    <a:pt x="436" y="350"/>
                  </a:lnTo>
                  <a:lnTo>
                    <a:pt x="432" y="362"/>
                  </a:lnTo>
                  <a:lnTo>
                    <a:pt x="426" y="374"/>
                  </a:lnTo>
                  <a:lnTo>
                    <a:pt x="420" y="384"/>
                  </a:lnTo>
                  <a:lnTo>
                    <a:pt x="413" y="394"/>
                  </a:lnTo>
                  <a:lnTo>
                    <a:pt x="404" y="404"/>
                  </a:lnTo>
                  <a:lnTo>
                    <a:pt x="395" y="411"/>
                  </a:lnTo>
                  <a:lnTo>
                    <a:pt x="386" y="418"/>
                  </a:lnTo>
                  <a:lnTo>
                    <a:pt x="375" y="425"/>
                  </a:lnTo>
                  <a:lnTo>
                    <a:pt x="363" y="430"/>
                  </a:lnTo>
                  <a:lnTo>
                    <a:pt x="352" y="436"/>
                  </a:lnTo>
                  <a:lnTo>
                    <a:pt x="340" y="439"/>
                  </a:lnTo>
                  <a:lnTo>
                    <a:pt x="327" y="440"/>
                  </a:lnTo>
                  <a:lnTo>
                    <a:pt x="314" y="441"/>
                  </a:lnTo>
                  <a:close/>
                  <a:moveTo>
                    <a:pt x="621" y="385"/>
                  </a:moveTo>
                  <a:lnTo>
                    <a:pt x="571" y="355"/>
                  </a:lnTo>
                  <a:lnTo>
                    <a:pt x="572" y="346"/>
                  </a:lnTo>
                  <a:lnTo>
                    <a:pt x="573" y="335"/>
                  </a:lnTo>
                  <a:lnTo>
                    <a:pt x="574" y="323"/>
                  </a:lnTo>
                  <a:lnTo>
                    <a:pt x="574" y="313"/>
                  </a:lnTo>
                  <a:lnTo>
                    <a:pt x="574" y="302"/>
                  </a:lnTo>
                  <a:lnTo>
                    <a:pt x="573" y="291"/>
                  </a:lnTo>
                  <a:lnTo>
                    <a:pt x="572" y="280"/>
                  </a:lnTo>
                  <a:lnTo>
                    <a:pt x="570" y="269"/>
                  </a:lnTo>
                  <a:lnTo>
                    <a:pt x="620" y="241"/>
                  </a:lnTo>
                  <a:lnTo>
                    <a:pt x="623" y="239"/>
                  </a:lnTo>
                  <a:lnTo>
                    <a:pt x="624" y="237"/>
                  </a:lnTo>
                  <a:lnTo>
                    <a:pt x="627" y="234"/>
                  </a:lnTo>
                  <a:lnTo>
                    <a:pt x="628" y="231"/>
                  </a:lnTo>
                  <a:lnTo>
                    <a:pt x="628" y="228"/>
                  </a:lnTo>
                  <a:lnTo>
                    <a:pt x="628" y="226"/>
                  </a:lnTo>
                  <a:lnTo>
                    <a:pt x="628" y="223"/>
                  </a:lnTo>
                  <a:lnTo>
                    <a:pt x="625" y="219"/>
                  </a:lnTo>
                  <a:lnTo>
                    <a:pt x="551" y="90"/>
                  </a:lnTo>
                  <a:lnTo>
                    <a:pt x="548" y="87"/>
                  </a:lnTo>
                  <a:lnTo>
                    <a:pt x="546" y="85"/>
                  </a:lnTo>
                  <a:lnTo>
                    <a:pt x="544" y="84"/>
                  </a:lnTo>
                  <a:lnTo>
                    <a:pt x="541" y="83"/>
                  </a:lnTo>
                  <a:lnTo>
                    <a:pt x="539" y="81"/>
                  </a:lnTo>
                  <a:lnTo>
                    <a:pt x="536" y="81"/>
                  </a:lnTo>
                  <a:lnTo>
                    <a:pt x="532" y="83"/>
                  </a:lnTo>
                  <a:lnTo>
                    <a:pt x="530" y="84"/>
                  </a:lnTo>
                  <a:lnTo>
                    <a:pt x="481" y="113"/>
                  </a:lnTo>
                  <a:lnTo>
                    <a:pt x="465" y="99"/>
                  </a:lnTo>
                  <a:lnTo>
                    <a:pt x="447" y="88"/>
                  </a:lnTo>
                  <a:lnTo>
                    <a:pt x="438" y="83"/>
                  </a:lnTo>
                  <a:lnTo>
                    <a:pt x="429" y="77"/>
                  </a:lnTo>
                  <a:lnTo>
                    <a:pt x="418" y="73"/>
                  </a:lnTo>
                  <a:lnTo>
                    <a:pt x="407" y="69"/>
                  </a:lnTo>
                  <a:lnTo>
                    <a:pt x="407" y="15"/>
                  </a:lnTo>
                  <a:lnTo>
                    <a:pt x="407" y="12"/>
                  </a:lnTo>
                  <a:lnTo>
                    <a:pt x="406" y="10"/>
                  </a:lnTo>
                  <a:lnTo>
                    <a:pt x="404" y="7"/>
                  </a:lnTo>
                  <a:lnTo>
                    <a:pt x="403" y="4"/>
                  </a:lnTo>
                  <a:lnTo>
                    <a:pt x="401" y="2"/>
                  </a:lnTo>
                  <a:lnTo>
                    <a:pt x="398" y="1"/>
                  </a:lnTo>
                  <a:lnTo>
                    <a:pt x="395" y="0"/>
                  </a:lnTo>
                  <a:lnTo>
                    <a:pt x="392" y="0"/>
                  </a:lnTo>
                  <a:lnTo>
                    <a:pt x="241" y="0"/>
                  </a:lnTo>
                  <a:lnTo>
                    <a:pt x="238" y="0"/>
                  </a:lnTo>
                  <a:lnTo>
                    <a:pt x="235" y="1"/>
                  </a:lnTo>
                  <a:lnTo>
                    <a:pt x="233" y="2"/>
                  </a:lnTo>
                  <a:lnTo>
                    <a:pt x="231" y="4"/>
                  </a:lnTo>
                  <a:lnTo>
                    <a:pt x="229" y="7"/>
                  </a:lnTo>
                  <a:lnTo>
                    <a:pt x="227" y="10"/>
                  </a:lnTo>
                  <a:lnTo>
                    <a:pt x="226" y="12"/>
                  </a:lnTo>
                  <a:lnTo>
                    <a:pt x="226" y="15"/>
                  </a:lnTo>
                  <a:lnTo>
                    <a:pt x="226" y="69"/>
                  </a:lnTo>
                  <a:lnTo>
                    <a:pt x="216" y="72"/>
                  </a:lnTo>
                  <a:lnTo>
                    <a:pt x="206" y="76"/>
                  </a:lnTo>
                  <a:lnTo>
                    <a:pt x="196" y="80"/>
                  </a:lnTo>
                  <a:lnTo>
                    <a:pt x="187" y="86"/>
                  </a:lnTo>
                  <a:lnTo>
                    <a:pt x="177" y="91"/>
                  </a:lnTo>
                  <a:lnTo>
                    <a:pt x="168" y="98"/>
                  </a:lnTo>
                  <a:lnTo>
                    <a:pt x="159" y="105"/>
                  </a:lnTo>
                  <a:lnTo>
                    <a:pt x="149" y="113"/>
                  </a:lnTo>
                  <a:lnTo>
                    <a:pt x="98" y="84"/>
                  </a:lnTo>
                  <a:lnTo>
                    <a:pt x="96" y="83"/>
                  </a:lnTo>
                  <a:lnTo>
                    <a:pt x="93" y="81"/>
                  </a:lnTo>
                  <a:lnTo>
                    <a:pt x="90" y="81"/>
                  </a:lnTo>
                  <a:lnTo>
                    <a:pt x="87" y="83"/>
                  </a:lnTo>
                  <a:lnTo>
                    <a:pt x="84" y="84"/>
                  </a:lnTo>
                  <a:lnTo>
                    <a:pt x="82" y="85"/>
                  </a:lnTo>
                  <a:lnTo>
                    <a:pt x="80" y="87"/>
                  </a:lnTo>
                  <a:lnTo>
                    <a:pt x="78" y="90"/>
                  </a:lnTo>
                  <a:lnTo>
                    <a:pt x="3" y="219"/>
                  </a:lnTo>
                  <a:lnTo>
                    <a:pt x="1" y="222"/>
                  </a:lnTo>
                  <a:lnTo>
                    <a:pt x="1" y="225"/>
                  </a:lnTo>
                  <a:lnTo>
                    <a:pt x="1" y="228"/>
                  </a:lnTo>
                  <a:lnTo>
                    <a:pt x="1" y="230"/>
                  </a:lnTo>
                  <a:lnTo>
                    <a:pt x="4" y="236"/>
                  </a:lnTo>
                  <a:lnTo>
                    <a:pt x="8" y="241"/>
                  </a:lnTo>
                  <a:lnTo>
                    <a:pt x="57" y="269"/>
                  </a:lnTo>
                  <a:lnTo>
                    <a:pt x="56" y="280"/>
                  </a:lnTo>
                  <a:lnTo>
                    <a:pt x="55" y="291"/>
                  </a:lnTo>
                  <a:lnTo>
                    <a:pt x="54" y="302"/>
                  </a:lnTo>
                  <a:lnTo>
                    <a:pt x="54" y="313"/>
                  </a:lnTo>
                  <a:lnTo>
                    <a:pt x="54" y="323"/>
                  </a:lnTo>
                  <a:lnTo>
                    <a:pt x="55" y="335"/>
                  </a:lnTo>
                  <a:lnTo>
                    <a:pt x="56" y="346"/>
                  </a:lnTo>
                  <a:lnTo>
                    <a:pt x="57" y="355"/>
                  </a:lnTo>
                  <a:lnTo>
                    <a:pt x="7" y="385"/>
                  </a:lnTo>
                  <a:lnTo>
                    <a:pt x="5" y="387"/>
                  </a:lnTo>
                  <a:lnTo>
                    <a:pt x="3" y="389"/>
                  </a:lnTo>
                  <a:lnTo>
                    <a:pt x="2" y="391"/>
                  </a:lnTo>
                  <a:lnTo>
                    <a:pt x="1" y="394"/>
                  </a:lnTo>
                  <a:lnTo>
                    <a:pt x="0" y="396"/>
                  </a:lnTo>
                  <a:lnTo>
                    <a:pt x="1" y="399"/>
                  </a:lnTo>
                  <a:lnTo>
                    <a:pt x="1" y="402"/>
                  </a:lnTo>
                  <a:lnTo>
                    <a:pt x="2" y="405"/>
                  </a:lnTo>
                  <a:lnTo>
                    <a:pt x="78" y="536"/>
                  </a:lnTo>
                  <a:lnTo>
                    <a:pt x="81" y="540"/>
                  </a:lnTo>
                  <a:lnTo>
                    <a:pt x="86" y="543"/>
                  </a:lnTo>
                  <a:lnTo>
                    <a:pt x="89" y="544"/>
                  </a:lnTo>
                  <a:lnTo>
                    <a:pt x="93" y="544"/>
                  </a:lnTo>
                  <a:lnTo>
                    <a:pt x="95" y="543"/>
                  </a:lnTo>
                  <a:lnTo>
                    <a:pt x="98" y="542"/>
                  </a:lnTo>
                  <a:lnTo>
                    <a:pt x="149" y="513"/>
                  </a:lnTo>
                  <a:lnTo>
                    <a:pt x="159" y="520"/>
                  </a:lnTo>
                  <a:lnTo>
                    <a:pt x="168" y="527"/>
                  </a:lnTo>
                  <a:lnTo>
                    <a:pt x="177" y="533"/>
                  </a:lnTo>
                  <a:lnTo>
                    <a:pt x="187" y="539"/>
                  </a:lnTo>
                  <a:lnTo>
                    <a:pt x="196" y="544"/>
                  </a:lnTo>
                  <a:lnTo>
                    <a:pt x="206" y="549"/>
                  </a:lnTo>
                  <a:lnTo>
                    <a:pt x="216" y="552"/>
                  </a:lnTo>
                  <a:lnTo>
                    <a:pt x="226" y="556"/>
                  </a:lnTo>
                  <a:lnTo>
                    <a:pt x="226" y="614"/>
                  </a:lnTo>
                  <a:lnTo>
                    <a:pt x="226" y="617"/>
                  </a:lnTo>
                  <a:lnTo>
                    <a:pt x="227" y="620"/>
                  </a:lnTo>
                  <a:lnTo>
                    <a:pt x="229" y="623"/>
                  </a:lnTo>
                  <a:lnTo>
                    <a:pt x="231" y="625"/>
                  </a:lnTo>
                  <a:lnTo>
                    <a:pt x="233" y="627"/>
                  </a:lnTo>
                  <a:lnTo>
                    <a:pt x="235" y="628"/>
                  </a:lnTo>
                  <a:lnTo>
                    <a:pt x="238" y="629"/>
                  </a:lnTo>
                  <a:lnTo>
                    <a:pt x="241" y="629"/>
                  </a:lnTo>
                  <a:lnTo>
                    <a:pt x="392" y="629"/>
                  </a:lnTo>
                  <a:lnTo>
                    <a:pt x="395" y="629"/>
                  </a:lnTo>
                  <a:lnTo>
                    <a:pt x="398" y="628"/>
                  </a:lnTo>
                  <a:lnTo>
                    <a:pt x="401" y="627"/>
                  </a:lnTo>
                  <a:lnTo>
                    <a:pt x="403" y="625"/>
                  </a:lnTo>
                  <a:lnTo>
                    <a:pt x="404" y="623"/>
                  </a:lnTo>
                  <a:lnTo>
                    <a:pt x="406" y="620"/>
                  </a:lnTo>
                  <a:lnTo>
                    <a:pt x="407" y="617"/>
                  </a:lnTo>
                  <a:lnTo>
                    <a:pt x="407" y="614"/>
                  </a:lnTo>
                  <a:lnTo>
                    <a:pt x="407" y="556"/>
                  </a:lnTo>
                  <a:lnTo>
                    <a:pt x="418" y="552"/>
                  </a:lnTo>
                  <a:lnTo>
                    <a:pt x="429" y="548"/>
                  </a:lnTo>
                  <a:lnTo>
                    <a:pt x="438" y="544"/>
                  </a:lnTo>
                  <a:lnTo>
                    <a:pt x="447" y="538"/>
                  </a:lnTo>
                  <a:lnTo>
                    <a:pt x="465" y="527"/>
                  </a:lnTo>
                  <a:lnTo>
                    <a:pt x="481" y="513"/>
                  </a:lnTo>
                  <a:lnTo>
                    <a:pt x="530" y="542"/>
                  </a:lnTo>
                  <a:lnTo>
                    <a:pt x="533" y="543"/>
                  </a:lnTo>
                  <a:lnTo>
                    <a:pt x="537" y="544"/>
                  </a:lnTo>
                  <a:lnTo>
                    <a:pt x="539" y="544"/>
                  </a:lnTo>
                  <a:lnTo>
                    <a:pt x="542" y="543"/>
                  </a:lnTo>
                  <a:lnTo>
                    <a:pt x="545" y="543"/>
                  </a:lnTo>
                  <a:lnTo>
                    <a:pt x="547" y="540"/>
                  </a:lnTo>
                  <a:lnTo>
                    <a:pt x="550" y="539"/>
                  </a:lnTo>
                  <a:lnTo>
                    <a:pt x="552" y="536"/>
                  </a:lnTo>
                  <a:lnTo>
                    <a:pt x="627" y="405"/>
                  </a:lnTo>
                  <a:lnTo>
                    <a:pt x="628" y="402"/>
                  </a:lnTo>
                  <a:lnTo>
                    <a:pt x="628" y="399"/>
                  </a:lnTo>
                  <a:lnTo>
                    <a:pt x="629" y="396"/>
                  </a:lnTo>
                  <a:lnTo>
                    <a:pt x="628" y="394"/>
                  </a:lnTo>
                  <a:lnTo>
                    <a:pt x="627" y="391"/>
                  </a:lnTo>
                  <a:lnTo>
                    <a:pt x="625" y="389"/>
                  </a:lnTo>
                  <a:lnTo>
                    <a:pt x="623" y="387"/>
                  </a:lnTo>
                  <a:lnTo>
                    <a:pt x="621" y="3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360">
              <a:extLst>
                <a:ext uri="{FF2B5EF4-FFF2-40B4-BE49-F238E27FC236}">
                  <a16:creationId xmlns:a16="http://schemas.microsoft.com/office/drawing/2014/main" id="{CDB8F87B-81A2-480F-ADA8-BFB5FD890A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1925" y="1387475"/>
              <a:ext cx="115888" cy="117475"/>
            </a:xfrm>
            <a:custGeom>
              <a:avLst/>
              <a:gdLst>
                <a:gd name="T0" fmla="*/ 160 w 362"/>
                <a:gd name="T1" fmla="*/ 252 h 369"/>
                <a:gd name="T2" fmla="*/ 135 w 362"/>
                <a:gd name="T3" fmla="*/ 238 h 369"/>
                <a:gd name="T4" fmla="*/ 118 w 362"/>
                <a:gd name="T5" fmla="*/ 218 h 369"/>
                <a:gd name="T6" fmla="*/ 109 w 362"/>
                <a:gd name="T7" fmla="*/ 190 h 369"/>
                <a:gd name="T8" fmla="*/ 113 w 362"/>
                <a:gd name="T9" fmla="*/ 162 h 369"/>
                <a:gd name="T10" fmla="*/ 125 w 362"/>
                <a:gd name="T11" fmla="*/ 138 h 369"/>
                <a:gd name="T12" fmla="*/ 147 w 362"/>
                <a:gd name="T13" fmla="*/ 121 h 369"/>
                <a:gd name="T14" fmla="*/ 174 w 362"/>
                <a:gd name="T15" fmla="*/ 112 h 369"/>
                <a:gd name="T16" fmla="*/ 202 w 362"/>
                <a:gd name="T17" fmla="*/ 114 h 369"/>
                <a:gd name="T18" fmla="*/ 226 w 362"/>
                <a:gd name="T19" fmla="*/ 128 h 369"/>
                <a:gd name="T20" fmla="*/ 244 w 362"/>
                <a:gd name="T21" fmla="*/ 149 h 369"/>
                <a:gd name="T22" fmla="*/ 252 w 362"/>
                <a:gd name="T23" fmla="*/ 176 h 369"/>
                <a:gd name="T24" fmla="*/ 250 w 362"/>
                <a:gd name="T25" fmla="*/ 205 h 369"/>
                <a:gd name="T26" fmla="*/ 236 w 362"/>
                <a:gd name="T27" fmla="*/ 229 h 369"/>
                <a:gd name="T28" fmla="*/ 215 w 362"/>
                <a:gd name="T29" fmla="*/ 247 h 369"/>
                <a:gd name="T30" fmla="*/ 189 w 362"/>
                <a:gd name="T31" fmla="*/ 254 h 369"/>
                <a:gd name="T32" fmla="*/ 328 w 362"/>
                <a:gd name="T33" fmla="*/ 195 h 369"/>
                <a:gd name="T34" fmla="*/ 354 w 362"/>
                <a:gd name="T35" fmla="*/ 144 h 369"/>
                <a:gd name="T36" fmla="*/ 361 w 362"/>
                <a:gd name="T37" fmla="*/ 136 h 369"/>
                <a:gd name="T38" fmla="*/ 360 w 362"/>
                <a:gd name="T39" fmla="*/ 124 h 369"/>
                <a:gd name="T40" fmla="*/ 316 w 362"/>
                <a:gd name="T41" fmla="*/ 53 h 369"/>
                <a:gd name="T42" fmla="*/ 304 w 362"/>
                <a:gd name="T43" fmla="*/ 52 h 369"/>
                <a:gd name="T44" fmla="*/ 256 w 362"/>
                <a:gd name="T45" fmla="*/ 56 h 369"/>
                <a:gd name="T46" fmla="*/ 236 w 362"/>
                <a:gd name="T47" fmla="*/ 10 h 369"/>
                <a:gd name="T48" fmla="*/ 229 w 362"/>
                <a:gd name="T49" fmla="*/ 2 h 369"/>
                <a:gd name="T50" fmla="*/ 146 w 362"/>
                <a:gd name="T51" fmla="*/ 0 h 369"/>
                <a:gd name="T52" fmla="*/ 135 w 362"/>
                <a:gd name="T53" fmla="*/ 3 h 369"/>
                <a:gd name="T54" fmla="*/ 131 w 362"/>
                <a:gd name="T55" fmla="*/ 14 h 369"/>
                <a:gd name="T56" fmla="*/ 99 w 362"/>
                <a:gd name="T57" fmla="*/ 63 h 369"/>
                <a:gd name="T58" fmla="*/ 55 w 362"/>
                <a:gd name="T59" fmla="*/ 51 h 369"/>
                <a:gd name="T60" fmla="*/ 44 w 362"/>
                <a:gd name="T61" fmla="*/ 54 h 369"/>
                <a:gd name="T62" fmla="*/ 1 w 362"/>
                <a:gd name="T63" fmla="*/ 126 h 369"/>
                <a:gd name="T64" fmla="*/ 2 w 362"/>
                <a:gd name="T65" fmla="*/ 139 h 369"/>
                <a:gd name="T66" fmla="*/ 36 w 362"/>
                <a:gd name="T67" fmla="*/ 160 h 369"/>
                <a:gd name="T68" fmla="*/ 36 w 362"/>
                <a:gd name="T69" fmla="*/ 207 h 369"/>
                <a:gd name="T70" fmla="*/ 1 w 362"/>
                <a:gd name="T71" fmla="*/ 230 h 369"/>
                <a:gd name="T72" fmla="*/ 1 w 362"/>
                <a:gd name="T73" fmla="*/ 240 h 369"/>
                <a:gd name="T74" fmla="*/ 44 w 362"/>
                <a:gd name="T75" fmla="*/ 313 h 369"/>
                <a:gd name="T76" fmla="*/ 60 w 362"/>
                <a:gd name="T77" fmla="*/ 314 h 369"/>
                <a:gd name="T78" fmla="*/ 120 w 362"/>
                <a:gd name="T79" fmla="*/ 316 h 369"/>
                <a:gd name="T80" fmla="*/ 132 w 362"/>
                <a:gd name="T81" fmla="*/ 359 h 369"/>
                <a:gd name="T82" fmla="*/ 140 w 362"/>
                <a:gd name="T83" fmla="*/ 368 h 369"/>
                <a:gd name="T84" fmla="*/ 225 w 362"/>
                <a:gd name="T85" fmla="*/ 368 h 369"/>
                <a:gd name="T86" fmla="*/ 233 w 362"/>
                <a:gd name="T87" fmla="*/ 361 h 369"/>
                <a:gd name="T88" fmla="*/ 237 w 362"/>
                <a:gd name="T89" fmla="*/ 321 h 369"/>
                <a:gd name="T90" fmla="*/ 274 w 362"/>
                <a:gd name="T91" fmla="*/ 298 h 369"/>
                <a:gd name="T92" fmla="*/ 310 w 362"/>
                <a:gd name="T93" fmla="*/ 316 h 369"/>
                <a:gd name="T94" fmla="*/ 360 w 362"/>
                <a:gd name="T95" fmla="*/ 243 h 369"/>
                <a:gd name="T96" fmla="*/ 362 w 362"/>
                <a:gd name="T97" fmla="*/ 232 h 369"/>
                <a:gd name="T98" fmla="*/ 354 w 362"/>
                <a:gd name="T99" fmla="*/ 22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2" h="369">
                  <a:moveTo>
                    <a:pt x="181" y="255"/>
                  </a:moveTo>
                  <a:lnTo>
                    <a:pt x="174" y="254"/>
                  </a:lnTo>
                  <a:lnTo>
                    <a:pt x="166" y="253"/>
                  </a:lnTo>
                  <a:lnTo>
                    <a:pt x="160" y="252"/>
                  </a:lnTo>
                  <a:lnTo>
                    <a:pt x="153" y="249"/>
                  </a:lnTo>
                  <a:lnTo>
                    <a:pt x="147" y="247"/>
                  </a:lnTo>
                  <a:lnTo>
                    <a:pt x="141" y="243"/>
                  </a:lnTo>
                  <a:lnTo>
                    <a:pt x="135" y="238"/>
                  </a:lnTo>
                  <a:lnTo>
                    <a:pt x="131" y="234"/>
                  </a:lnTo>
                  <a:lnTo>
                    <a:pt x="125" y="229"/>
                  </a:lnTo>
                  <a:lnTo>
                    <a:pt x="122" y="223"/>
                  </a:lnTo>
                  <a:lnTo>
                    <a:pt x="118" y="218"/>
                  </a:lnTo>
                  <a:lnTo>
                    <a:pt x="115" y="212"/>
                  </a:lnTo>
                  <a:lnTo>
                    <a:pt x="113" y="205"/>
                  </a:lnTo>
                  <a:lnTo>
                    <a:pt x="110" y="198"/>
                  </a:lnTo>
                  <a:lnTo>
                    <a:pt x="109" y="190"/>
                  </a:lnTo>
                  <a:lnTo>
                    <a:pt x="109" y="183"/>
                  </a:lnTo>
                  <a:lnTo>
                    <a:pt x="109" y="176"/>
                  </a:lnTo>
                  <a:lnTo>
                    <a:pt x="110" y="169"/>
                  </a:lnTo>
                  <a:lnTo>
                    <a:pt x="113" y="162"/>
                  </a:lnTo>
                  <a:lnTo>
                    <a:pt x="115" y="156"/>
                  </a:lnTo>
                  <a:lnTo>
                    <a:pt x="118" y="149"/>
                  </a:lnTo>
                  <a:lnTo>
                    <a:pt x="122" y="143"/>
                  </a:lnTo>
                  <a:lnTo>
                    <a:pt x="125" y="138"/>
                  </a:lnTo>
                  <a:lnTo>
                    <a:pt x="131" y="132"/>
                  </a:lnTo>
                  <a:lnTo>
                    <a:pt x="135" y="128"/>
                  </a:lnTo>
                  <a:lnTo>
                    <a:pt x="141" y="124"/>
                  </a:lnTo>
                  <a:lnTo>
                    <a:pt x="147" y="121"/>
                  </a:lnTo>
                  <a:lnTo>
                    <a:pt x="153" y="117"/>
                  </a:lnTo>
                  <a:lnTo>
                    <a:pt x="160" y="114"/>
                  </a:lnTo>
                  <a:lnTo>
                    <a:pt x="166" y="113"/>
                  </a:lnTo>
                  <a:lnTo>
                    <a:pt x="174" y="112"/>
                  </a:lnTo>
                  <a:lnTo>
                    <a:pt x="181" y="111"/>
                  </a:lnTo>
                  <a:lnTo>
                    <a:pt x="189" y="112"/>
                  </a:lnTo>
                  <a:lnTo>
                    <a:pt x="195" y="113"/>
                  </a:lnTo>
                  <a:lnTo>
                    <a:pt x="202" y="114"/>
                  </a:lnTo>
                  <a:lnTo>
                    <a:pt x="209" y="117"/>
                  </a:lnTo>
                  <a:lnTo>
                    <a:pt x="215" y="121"/>
                  </a:lnTo>
                  <a:lnTo>
                    <a:pt x="221" y="124"/>
                  </a:lnTo>
                  <a:lnTo>
                    <a:pt x="226" y="128"/>
                  </a:lnTo>
                  <a:lnTo>
                    <a:pt x="231" y="132"/>
                  </a:lnTo>
                  <a:lnTo>
                    <a:pt x="236" y="138"/>
                  </a:lnTo>
                  <a:lnTo>
                    <a:pt x="240" y="143"/>
                  </a:lnTo>
                  <a:lnTo>
                    <a:pt x="244" y="149"/>
                  </a:lnTo>
                  <a:lnTo>
                    <a:pt x="247" y="156"/>
                  </a:lnTo>
                  <a:lnTo>
                    <a:pt x="250" y="162"/>
                  </a:lnTo>
                  <a:lnTo>
                    <a:pt x="251" y="169"/>
                  </a:lnTo>
                  <a:lnTo>
                    <a:pt x="252" y="176"/>
                  </a:lnTo>
                  <a:lnTo>
                    <a:pt x="253" y="183"/>
                  </a:lnTo>
                  <a:lnTo>
                    <a:pt x="252" y="190"/>
                  </a:lnTo>
                  <a:lnTo>
                    <a:pt x="251" y="198"/>
                  </a:lnTo>
                  <a:lnTo>
                    <a:pt x="250" y="205"/>
                  </a:lnTo>
                  <a:lnTo>
                    <a:pt x="247" y="212"/>
                  </a:lnTo>
                  <a:lnTo>
                    <a:pt x="244" y="218"/>
                  </a:lnTo>
                  <a:lnTo>
                    <a:pt x="240" y="223"/>
                  </a:lnTo>
                  <a:lnTo>
                    <a:pt x="236" y="229"/>
                  </a:lnTo>
                  <a:lnTo>
                    <a:pt x="231" y="234"/>
                  </a:lnTo>
                  <a:lnTo>
                    <a:pt x="226" y="238"/>
                  </a:lnTo>
                  <a:lnTo>
                    <a:pt x="221" y="243"/>
                  </a:lnTo>
                  <a:lnTo>
                    <a:pt x="215" y="247"/>
                  </a:lnTo>
                  <a:lnTo>
                    <a:pt x="209" y="249"/>
                  </a:lnTo>
                  <a:lnTo>
                    <a:pt x="202" y="252"/>
                  </a:lnTo>
                  <a:lnTo>
                    <a:pt x="195" y="253"/>
                  </a:lnTo>
                  <a:lnTo>
                    <a:pt x="189" y="254"/>
                  </a:lnTo>
                  <a:lnTo>
                    <a:pt x="181" y="255"/>
                  </a:lnTo>
                  <a:close/>
                  <a:moveTo>
                    <a:pt x="354" y="223"/>
                  </a:moveTo>
                  <a:lnTo>
                    <a:pt x="327" y="207"/>
                  </a:lnTo>
                  <a:lnTo>
                    <a:pt x="328" y="195"/>
                  </a:lnTo>
                  <a:lnTo>
                    <a:pt x="328" y="183"/>
                  </a:lnTo>
                  <a:lnTo>
                    <a:pt x="328" y="172"/>
                  </a:lnTo>
                  <a:lnTo>
                    <a:pt x="327" y="160"/>
                  </a:lnTo>
                  <a:lnTo>
                    <a:pt x="354" y="144"/>
                  </a:lnTo>
                  <a:lnTo>
                    <a:pt x="357" y="143"/>
                  </a:lnTo>
                  <a:lnTo>
                    <a:pt x="359" y="141"/>
                  </a:lnTo>
                  <a:lnTo>
                    <a:pt x="360" y="139"/>
                  </a:lnTo>
                  <a:lnTo>
                    <a:pt x="361" y="136"/>
                  </a:lnTo>
                  <a:lnTo>
                    <a:pt x="362" y="132"/>
                  </a:lnTo>
                  <a:lnTo>
                    <a:pt x="362" y="129"/>
                  </a:lnTo>
                  <a:lnTo>
                    <a:pt x="361" y="126"/>
                  </a:lnTo>
                  <a:lnTo>
                    <a:pt x="360" y="124"/>
                  </a:lnTo>
                  <a:lnTo>
                    <a:pt x="322" y="59"/>
                  </a:lnTo>
                  <a:lnTo>
                    <a:pt x="320" y="56"/>
                  </a:lnTo>
                  <a:lnTo>
                    <a:pt x="318" y="54"/>
                  </a:lnTo>
                  <a:lnTo>
                    <a:pt x="316" y="53"/>
                  </a:lnTo>
                  <a:lnTo>
                    <a:pt x="313" y="51"/>
                  </a:lnTo>
                  <a:lnTo>
                    <a:pt x="309" y="51"/>
                  </a:lnTo>
                  <a:lnTo>
                    <a:pt x="307" y="51"/>
                  </a:lnTo>
                  <a:lnTo>
                    <a:pt x="304" y="52"/>
                  </a:lnTo>
                  <a:lnTo>
                    <a:pt x="301" y="53"/>
                  </a:lnTo>
                  <a:lnTo>
                    <a:pt x="274" y="69"/>
                  </a:lnTo>
                  <a:lnTo>
                    <a:pt x="266" y="63"/>
                  </a:lnTo>
                  <a:lnTo>
                    <a:pt x="256" y="56"/>
                  </a:lnTo>
                  <a:lnTo>
                    <a:pt x="246" y="51"/>
                  </a:lnTo>
                  <a:lnTo>
                    <a:pt x="237" y="47"/>
                  </a:lnTo>
                  <a:lnTo>
                    <a:pt x="237" y="14"/>
                  </a:lnTo>
                  <a:lnTo>
                    <a:pt x="236" y="10"/>
                  </a:lnTo>
                  <a:lnTo>
                    <a:pt x="236" y="8"/>
                  </a:lnTo>
                  <a:lnTo>
                    <a:pt x="233" y="5"/>
                  </a:lnTo>
                  <a:lnTo>
                    <a:pt x="232" y="3"/>
                  </a:lnTo>
                  <a:lnTo>
                    <a:pt x="229" y="2"/>
                  </a:lnTo>
                  <a:lnTo>
                    <a:pt x="227" y="1"/>
                  </a:lnTo>
                  <a:lnTo>
                    <a:pt x="224" y="0"/>
                  </a:lnTo>
                  <a:lnTo>
                    <a:pt x="222" y="0"/>
                  </a:lnTo>
                  <a:lnTo>
                    <a:pt x="146" y="0"/>
                  </a:lnTo>
                  <a:lnTo>
                    <a:pt x="143" y="0"/>
                  </a:lnTo>
                  <a:lnTo>
                    <a:pt x="140" y="1"/>
                  </a:lnTo>
                  <a:lnTo>
                    <a:pt x="137" y="2"/>
                  </a:lnTo>
                  <a:lnTo>
                    <a:pt x="135" y="3"/>
                  </a:lnTo>
                  <a:lnTo>
                    <a:pt x="134" y="5"/>
                  </a:lnTo>
                  <a:lnTo>
                    <a:pt x="132" y="8"/>
                  </a:lnTo>
                  <a:lnTo>
                    <a:pt x="132" y="10"/>
                  </a:lnTo>
                  <a:lnTo>
                    <a:pt x="131" y="14"/>
                  </a:lnTo>
                  <a:lnTo>
                    <a:pt x="131" y="47"/>
                  </a:lnTo>
                  <a:lnTo>
                    <a:pt x="120" y="52"/>
                  </a:lnTo>
                  <a:lnTo>
                    <a:pt x="109" y="57"/>
                  </a:lnTo>
                  <a:lnTo>
                    <a:pt x="99" y="63"/>
                  </a:lnTo>
                  <a:lnTo>
                    <a:pt x="90" y="69"/>
                  </a:lnTo>
                  <a:lnTo>
                    <a:pt x="61" y="53"/>
                  </a:lnTo>
                  <a:lnTo>
                    <a:pt x="58" y="52"/>
                  </a:lnTo>
                  <a:lnTo>
                    <a:pt x="55" y="51"/>
                  </a:lnTo>
                  <a:lnTo>
                    <a:pt x="53" y="51"/>
                  </a:lnTo>
                  <a:lnTo>
                    <a:pt x="49" y="51"/>
                  </a:lnTo>
                  <a:lnTo>
                    <a:pt x="47" y="52"/>
                  </a:lnTo>
                  <a:lnTo>
                    <a:pt x="44" y="54"/>
                  </a:lnTo>
                  <a:lnTo>
                    <a:pt x="42" y="56"/>
                  </a:lnTo>
                  <a:lnTo>
                    <a:pt x="41" y="59"/>
                  </a:lnTo>
                  <a:lnTo>
                    <a:pt x="2" y="124"/>
                  </a:lnTo>
                  <a:lnTo>
                    <a:pt x="1" y="126"/>
                  </a:lnTo>
                  <a:lnTo>
                    <a:pt x="0" y="129"/>
                  </a:lnTo>
                  <a:lnTo>
                    <a:pt x="0" y="132"/>
                  </a:lnTo>
                  <a:lnTo>
                    <a:pt x="1" y="136"/>
                  </a:lnTo>
                  <a:lnTo>
                    <a:pt x="2" y="139"/>
                  </a:lnTo>
                  <a:lnTo>
                    <a:pt x="3" y="141"/>
                  </a:lnTo>
                  <a:lnTo>
                    <a:pt x="6" y="143"/>
                  </a:lnTo>
                  <a:lnTo>
                    <a:pt x="8" y="144"/>
                  </a:lnTo>
                  <a:lnTo>
                    <a:pt x="36" y="160"/>
                  </a:lnTo>
                  <a:lnTo>
                    <a:pt x="34" y="172"/>
                  </a:lnTo>
                  <a:lnTo>
                    <a:pt x="34" y="183"/>
                  </a:lnTo>
                  <a:lnTo>
                    <a:pt x="34" y="195"/>
                  </a:lnTo>
                  <a:lnTo>
                    <a:pt x="36" y="207"/>
                  </a:lnTo>
                  <a:lnTo>
                    <a:pt x="8" y="223"/>
                  </a:lnTo>
                  <a:lnTo>
                    <a:pt x="6" y="224"/>
                  </a:lnTo>
                  <a:lnTo>
                    <a:pt x="3" y="227"/>
                  </a:lnTo>
                  <a:lnTo>
                    <a:pt x="1" y="230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40"/>
                  </a:lnTo>
                  <a:lnTo>
                    <a:pt x="2" y="243"/>
                  </a:lnTo>
                  <a:lnTo>
                    <a:pt x="40" y="309"/>
                  </a:lnTo>
                  <a:lnTo>
                    <a:pt x="42" y="311"/>
                  </a:lnTo>
                  <a:lnTo>
                    <a:pt x="44" y="313"/>
                  </a:lnTo>
                  <a:lnTo>
                    <a:pt x="46" y="314"/>
                  </a:lnTo>
                  <a:lnTo>
                    <a:pt x="48" y="315"/>
                  </a:lnTo>
                  <a:lnTo>
                    <a:pt x="55" y="316"/>
                  </a:lnTo>
                  <a:lnTo>
                    <a:pt x="60" y="314"/>
                  </a:lnTo>
                  <a:lnTo>
                    <a:pt x="90" y="297"/>
                  </a:lnTo>
                  <a:lnTo>
                    <a:pt x="99" y="304"/>
                  </a:lnTo>
                  <a:lnTo>
                    <a:pt x="109" y="310"/>
                  </a:lnTo>
                  <a:lnTo>
                    <a:pt x="120" y="316"/>
                  </a:lnTo>
                  <a:lnTo>
                    <a:pt x="131" y="321"/>
                  </a:lnTo>
                  <a:lnTo>
                    <a:pt x="131" y="354"/>
                  </a:lnTo>
                  <a:lnTo>
                    <a:pt x="132" y="356"/>
                  </a:lnTo>
                  <a:lnTo>
                    <a:pt x="132" y="359"/>
                  </a:lnTo>
                  <a:lnTo>
                    <a:pt x="134" y="361"/>
                  </a:lnTo>
                  <a:lnTo>
                    <a:pt x="135" y="363"/>
                  </a:lnTo>
                  <a:lnTo>
                    <a:pt x="137" y="366"/>
                  </a:lnTo>
                  <a:lnTo>
                    <a:pt x="140" y="368"/>
                  </a:lnTo>
                  <a:lnTo>
                    <a:pt x="143" y="368"/>
                  </a:lnTo>
                  <a:lnTo>
                    <a:pt x="146" y="369"/>
                  </a:lnTo>
                  <a:lnTo>
                    <a:pt x="222" y="369"/>
                  </a:lnTo>
                  <a:lnTo>
                    <a:pt x="225" y="368"/>
                  </a:lnTo>
                  <a:lnTo>
                    <a:pt x="227" y="368"/>
                  </a:lnTo>
                  <a:lnTo>
                    <a:pt x="229" y="366"/>
                  </a:lnTo>
                  <a:lnTo>
                    <a:pt x="232" y="363"/>
                  </a:lnTo>
                  <a:lnTo>
                    <a:pt x="233" y="361"/>
                  </a:lnTo>
                  <a:lnTo>
                    <a:pt x="236" y="359"/>
                  </a:lnTo>
                  <a:lnTo>
                    <a:pt x="236" y="356"/>
                  </a:lnTo>
                  <a:lnTo>
                    <a:pt x="237" y="354"/>
                  </a:lnTo>
                  <a:lnTo>
                    <a:pt x="237" y="321"/>
                  </a:lnTo>
                  <a:lnTo>
                    <a:pt x="246" y="316"/>
                  </a:lnTo>
                  <a:lnTo>
                    <a:pt x="256" y="311"/>
                  </a:lnTo>
                  <a:lnTo>
                    <a:pt x="266" y="305"/>
                  </a:lnTo>
                  <a:lnTo>
                    <a:pt x="274" y="298"/>
                  </a:lnTo>
                  <a:lnTo>
                    <a:pt x="302" y="313"/>
                  </a:lnTo>
                  <a:lnTo>
                    <a:pt x="305" y="315"/>
                  </a:lnTo>
                  <a:lnTo>
                    <a:pt x="307" y="315"/>
                  </a:lnTo>
                  <a:lnTo>
                    <a:pt x="310" y="316"/>
                  </a:lnTo>
                  <a:lnTo>
                    <a:pt x="314" y="316"/>
                  </a:lnTo>
                  <a:lnTo>
                    <a:pt x="319" y="313"/>
                  </a:lnTo>
                  <a:lnTo>
                    <a:pt x="322" y="309"/>
                  </a:lnTo>
                  <a:lnTo>
                    <a:pt x="360" y="243"/>
                  </a:lnTo>
                  <a:lnTo>
                    <a:pt x="362" y="240"/>
                  </a:lnTo>
                  <a:lnTo>
                    <a:pt x="362" y="237"/>
                  </a:lnTo>
                  <a:lnTo>
                    <a:pt x="362" y="234"/>
                  </a:lnTo>
                  <a:lnTo>
                    <a:pt x="362" y="232"/>
                  </a:lnTo>
                  <a:lnTo>
                    <a:pt x="361" y="229"/>
                  </a:lnTo>
                  <a:lnTo>
                    <a:pt x="359" y="227"/>
                  </a:lnTo>
                  <a:lnTo>
                    <a:pt x="357" y="224"/>
                  </a:lnTo>
                  <a:lnTo>
                    <a:pt x="354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2" name="Freeform 4346" descr="Icon of box and whisker chart. ">
            <a:extLst>
              <a:ext uri="{FF2B5EF4-FFF2-40B4-BE49-F238E27FC236}">
                <a16:creationId xmlns:a16="http://schemas.microsoft.com/office/drawing/2014/main" id="{D131817A-5B27-4718-8BAC-45C9CEDA45D9}"/>
              </a:ext>
            </a:extLst>
          </p:cNvPr>
          <p:cNvSpPr>
            <a:spLocks noEditPoints="1"/>
          </p:cNvSpPr>
          <p:nvPr/>
        </p:nvSpPr>
        <p:spPr bwMode="auto">
          <a:xfrm>
            <a:off x="3967321" y="3532346"/>
            <a:ext cx="345758" cy="345758"/>
          </a:xfrm>
          <a:custGeom>
            <a:avLst/>
            <a:gdLst>
              <a:gd name="T0" fmla="*/ 706 w 898"/>
              <a:gd name="T1" fmla="*/ 479 h 898"/>
              <a:gd name="T2" fmla="*/ 652 w 898"/>
              <a:gd name="T3" fmla="*/ 556 h 898"/>
              <a:gd name="T4" fmla="*/ 632 w 898"/>
              <a:gd name="T5" fmla="*/ 551 h 898"/>
              <a:gd name="T6" fmla="*/ 576 w 898"/>
              <a:gd name="T7" fmla="*/ 477 h 898"/>
              <a:gd name="T8" fmla="*/ 571 w 898"/>
              <a:gd name="T9" fmla="*/ 398 h 898"/>
              <a:gd name="T10" fmla="*/ 628 w 898"/>
              <a:gd name="T11" fmla="*/ 129 h 898"/>
              <a:gd name="T12" fmla="*/ 643 w 898"/>
              <a:gd name="T13" fmla="*/ 114 h 898"/>
              <a:gd name="T14" fmla="*/ 658 w 898"/>
              <a:gd name="T15" fmla="*/ 129 h 898"/>
              <a:gd name="T16" fmla="*/ 717 w 898"/>
              <a:gd name="T17" fmla="*/ 398 h 898"/>
              <a:gd name="T18" fmla="*/ 621 w 898"/>
              <a:gd name="T19" fmla="*/ 758 h 898"/>
              <a:gd name="T20" fmla="*/ 589 w 898"/>
              <a:gd name="T21" fmla="*/ 727 h 898"/>
              <a:gd name="T22" fmla="*/ 589 w 898"/>
              <a:gd name="T23" fmla="*/ 680 h 898"/>
              <a:gd name="T24" fmla="*/ 621 w 898"/>
              <a:gd name="T25" fmla="*/ 648 h 898"/>
              <a:gd name="T26" fmla="*/ 667 w 898"/>
              <a:gd name="T27" fmla="*/ 648 h 898"/>
              <a:gd name="T28" fmla="*/ 699 w 898"/>
              <a:gd name="T29" fmla="*/ 680 h 898"/>
              <a:gd name="T30" fmla="*/ 699 w 898"/>
              <a:gd name="T31" fmla="*/ 727 h 898"/>
              <a:gd name="T32" fmla="*/ 667 w 898"/>
              <a:gd name="T33" fmla="*/ 758 h 898"/>
              <a:gd name="T34" fmla="*/ 536 w 898"/>
              <a:gd name="T35" fmla="*/ 294 h 898"/>
              <a:gd name="T36" fmla="*/ 479 w 898"/>
              <a:gd name="T37" fmla="*/ 546 h 898"/>
              <a:gd name="T38" fmla="*/ 461 w 898"/>
              <a:gd name="T39" fmla="*/ 558 h 898"/>
              <a:gd name="T40" fmla="*/ 450 w 898"/>
              <a:gd name="T41" fmla="*/ 299 h 898"/>
              <a:gd name="T42" fmla="*/ 390 w 898"/>
              <a:gd name="T43" fmla="*/ 287 h 898"/>
              <a:gd name="T44" fmla="*/ 398 w 898"/>
              <a:gd name="T45" fmla="*/ 211 h 898"/>
              <a:gd name="T46" fmla="*/ 454 w 898"/>
              <a:gd name="T47" fmla="*/ 118 h 898"/>
              <a:gd name="T48" fmla="*/ 475 w 898"/>
              <a:gd name="T49" fmla="*/ 118 h 898"/>
              <a:gd name="T50" fmla="*/ 530 w 898"/>
              <a:gd name="T51" fmla="*/ 211 h 898"/>
              <a:gd name="T52" fmla="*/ 465 w 898"/>
              <a:gd name="T53" fmla="*/ 763 h 898"/>
              <a:gd name="T54" fmla="*/ 422 w 898"/>
              <a:gd name="T55" fmla="*/ 745 h 898"/>
              <a:gd name="T56" fmla="*/ 405 w 898"/>
              <a:gd name="T57" fmla="*/ 703 h 898"/>
              <a:gd name="T58" fmla="*/ 422 w 898"/>
              <a:gd name="T59" fmla="*/ 661 h 898"/>
              <a:gd name="T60" fmla="*/ 465 w 898"/>
              <a:gd name="T61" fmla="*/ 643 h 898"/>
              <a:gd name="T62" fmla="*/ 506 w 898"/>
              <a:gd name="T63" fmla="*/ 661 h 898"/>
              <a:gd name="T64" fmla="*/ 525 w 898"/>
              <a:gd name="T65" fmla="*/ 703 h 898"/>
              <a:gd name="T66" fmla="*/ 506 w 898"/>
              <a:gd name="T67" fmla="*/ 745 h 898"/>
              <a:gd name="T68" fmla="*/ 465 w 898"/>
              <a:gd name="T69" fmla="*/ 763 h 898"/>
              <a:gd name="T70" fmla="*/ 318 w 898"/>
              <a:gd name="T71" fmla="*/ 419 h 898"/>
              <a:gd name="T72" fmla="*/ 263 w 898"/>
              <a:gd name="T73" fmla="*/ 556 h 898"/>
              <a:gd name="T74" fmla="*/ 242 w 898"/>
              <a:gd name="T75" fmla="*/ 551 h 898"/>
              <a:gd name="T76" fmla="*/ 186 w 898"/>
              <a:gd name="T77" fmla="*/ 417 h 898"/>
              <a:gd name="T78" fmla="*/ 181 w 898"/>
              <a:gd name="T79" fmla="*/ 339 h 898"/>
              <a:gd name="T80" fmla="*/ 240 w 898"/>
              <a:gd name="T81" fmla="*/ 129 h 898"/>
              <a:gd name="T82" fmla="*/ 255 w 898"/>
              <a:gd name="T83" fmla="*/ 114 h 898"/>
              <a:gd name="T84" fmla="*/ 270 w 898"/>
              <a:gd name="T85" fmla="*/ 129 h 898"/>
              <a:gd name="T86" fmla="*/ 329 w 898"/>
              <a:gd name="T87" fmla="*/ 339 h 898"/>
              <a:gd name="T88" fmla="*/ 231 w 898"/>
              <a:gd name="T89" fmla="*/ 758 h 898"/>
              <a:gd name="T90" fmla="*/ 200 w 898"/>
              <a:gd name="T91" fmla="*/ 727 h 898"/>
              <a:gd name="T92" fmla="*/ 200 w 898"/>
              <a:gd name="T93" fmla="*/ 680 h 898"/>
              <a:gd name="T94" fmla="*/ 231 w 898"/>
              <a:gd name="T95" fmla="*/ 648 h 898"/>
              <a:gd name="T96" fmla="*/ 278 w 898"/>
              <a:gd name="T97" fmla="*/ 648 h 898"/>
              <a:gd name="T98" fmla="*/ 311 w 898"/>
              <a:gd name="T99" fmla="*/ 680 h 898"/>
              <a:gd name="T100" fmla="*/ 311 w 898"/>
              <a:gd name="T101" fmla="*/ 727 h 898"/>
              <a:gd name="T102" fmla="*/ 278 w 898"/>
              <a:gd name="T103" fmla="*/ 758 h 898"/>
              <a:gd name="T104" fmla="*/ 10 w 898"/>
              <a:gd name="T105" fmla="*/ 2 h 898"/>
              <a:gd name="T106" fmla="*/ 1 w 898"/>
              <a:gd name="T107" fmla="*/ 886 h 898"/>
              <a:gd name="T108" fmla="*/ 883 w 898"/>
              <a:gd name="T109" fmla="*/ 898 h 898"/>
              <a:gd name="T110" fmla="*/ 898 w 898"/>
              <a:gd name="T111" fmla="*/ 883 h 898"/>
              <a:gd name="T112" fmla="*/ 886 w 898"/>
              <a:gd name="T113" fmla="*/ 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8" h="898">
                <a:moveTo>
                  <a:pt x="718" y="464"/>
                </a:moveTo>
                <a:lnTo>
                  <a:pt x="718" y="467"/>
                </a:lnTo>
                <a:lnTo>
                  <a:pt x="717" y="470"/>
                </a:lnTo>
                <a:lnTo>
                  <a:pt x="716" y="472"/>
                </a:lnTo>
                <a:lnTo>
                  <a:pt x="714" y="474"/>
                </a:lnTo>
                <a:lnTo>
                  <a:pt x="712" y="477"/>
                </a:lnTo>
                <a:lnTo>
                  <a:pt x="710" y="478"/>
                </a:lnTo>
                <a:lnTo>
                  <a:pt x="706" y="479"/>
                </a:lnTo>
                <a:lnTo>
                  <a:pt x="703" y="479"/>
                </a:lnTo>
                <a:lnTo>
                  <a:pt x="658" y="479"/>
                </a:lnTo>
                <a:lnTo>
                  <a:pt x="658" y="543"/>
                </a:lnTo>
                <a:lnTo>
                  <a:pt x="658" y="546"/>
                </a:lnTo>
                <a:lnTo>
                  <a:pt x="657" y="549"/>
                </a:lnTo>
                <a:lnTo>
                  <a:pt x="656" y="551"/>
                </a:lnTo>
                <a:lnTo>
                  <a:pt x="654" y="554"/>
                </a:lnTo>
                <a:lnTo>
                  <a:pt x="652" y="556"/>
                </a:lnTo>
                <a:lnTo>
                  <a:pt x="650" y="557"/>
                </a:lnTo>
                <a:lnTo>
                  <a:pt x="647" y="558"/>
                </a:lnTo>
                <a:lnTo>
                  <a:pt x="643" y="558"/>
                </a:lnTo>
                <a:lnTo>
                  <a:pt x="641" y="558"/>
                </a:lnTo>
                <a:lnTo>
                  <a:pt x="638" y="557"/>
                </a:lnTo>
                <a:lnTo>
                  <a:pt x="636" y="556"/>
                </a:lnTo>
                <a:lnTo>
                  <a:pt x="634" y="554"/>
                </a:lnTo>
                <a:lnTo>
                  <a:pt x="632" y="551"/>
                </a:lnTo>
                <a:lnTo>
                  <a:pt x="631" y="549"/>
                </a:lnTo>
                <a:lnTo>
                  <a:pt x="629" y="546"/>
                </a:lnTo>
                <a:lnTo>
                  <a:pt x="628" y="543"/>
                </a:lnTo>
                <a:lnTo>
                  <a:pt x="628" y="479"/>
                </a:lnTo>
                <a:lnTo>
                  <a:pt x="583" y="479"/>
                </a:lnTo>
                <a:lnTo>
                  <a:pt x="581" y="479"/>
                </a:lnTo>
                <a:lnTo>
                  <a:pt x="578" y="478"/>
                </a:lnTo>
                <a:lnTo>
                  <a:pt x="576" y="477"/>
                </a:lnTo>
                <a:lnTo>
                  <a:pt x="574" y="474"/>
                </a:lnTo>
                <a:lnTo>
                  <a:pt x="572" y="472"/>
                </a:lnTo>
                <a:lnTo>
                  <a:pt x="571" y="470"/>
                </a:lnTo>
                <a:lnTo>
                  <a:pt x="570" y="467"/>
                </a:lnTo>
                <a:lnTo>
                  <a:pt x="570" y="464"/>
                </a:lnTo>
                <a:lnTo>
                  <a:pt x="570" y="404"/>
                </a:lnTo>
                <a:lnTo>
                  <a:pt x="570" y="402"/>
                </a:lnTo>
                <a:lnTo>
                  <a:pt x="571" y="398"/>
                </a:lnTo>
                <a:lnTo>
                  <a:pt x="572" y="396"/>
                </a:lnTo>
                <a:lnTo>
                  <a:pt x="574" y="394"/>
                </a:lnTo>
                <a:lnTo>
                  <a:pt x="576" y="392"/>
                </a:lnTo>
                <a:lnTo>
                  <a:pt x="578" y="391"/>
                </a:lnTo>
                <a:lnTo>
                  <a:pt x="581" y="390"/>
                </a:lnTo>
                <a:lnTo>
                  <a:pt x="583" y="389"/>
                </a:lnTo>
                <a:lnTo>
                  <a:pt x="628" y="389"/>
                </a:lnTo>
                <a:lnTo>
                  <a:pt x="628" y="129"/>
                </a:lnTo>
                <a:lnTo>
                  <a:pt x="629" y="126"/>
                </a:lnTo>
                <a:lnTo>
                  <a:pt x="631" y="123"/>
                </a:lnTo>
                <a:lnTo>
                  <a:pt x="632" y="121"/>
                </a:lnTo>
                <a:lnTo>
                  <a:pt x="634" y="118"/>
                </a:lnTo>
                <a:lnTo>
                  <a:pt x="636" y="117"/>
                </a:lnTo>
                <a:lnTo>
                  <a:pt x="638" y="115"/>
                </a:lnTo>
                <a:lnTo>
                  <a:pt x="641" y="114"/>
                </a:lnTo>
                <a:lnTo>
                  <a:pt x="643" y="114"/>
                </a:lnTo>
                <a:lnTo>
                  <a:pt x="647" y="114"/>
                </a:lnTo>
                <a:lnTo>
                  <a:pt x="650" y="115"/>
                </a:lnTo>
                <a:lnTo>
                  <a:pt x="652" y="117"/>
                </a:lnTo>
                <a:lnTo>
                  <a:pt x="654" y="118"/>
                </a:lnTo>
                <a:lnTo>
                  <a:pt x="656" y="121"/>
                </a:lnTo>
                <a:lnTo>
                  <a:pt x="657" y="123"/>
                </a:lnTo>
                <a:lnTo>
                  <a:pt x="658" y="127"/>
                </a:lnTo>
                <a:lnTo>
                  <a:pt x="658" y="129"/>
                </a:lnTo>
                <a:lnTo>
                  <a:pt x="658" y="389"/>
                </a:lnTo>
                <a:lnTo>
                  <a:pt x="703" y="389"/>
                </a:lnTo>
                <a:lnTo>
                  <a:pt x="706" y="390"/>
                </a:lnTo>
                <a:lnTo>
                  <a:pt x="710" y="391"/>
                </a:lnTo>
                <a:lnTo>
                  <a:pt x="712" y="392"/>
                </a:lnTo>
                <a:lnTo>
                  <a:pt x="714" y="394"/>
                </a:lnTo>
                <a:lnTo>
                  <a:pt x="716" y="396"/>
                </a:lnTo>
                <a:lnTo>
                  <a:pt x="717" y="398"/>
                </a:lnTo>
                <a:lnTo>
                  <a:pt x="718" y="402"/>
                </a:lnTo>
                <a:lnTo>
                  <a:pt x="718" y="404"/>
                </a:lnTo>
                <a:lnTo>
                  <a:pt x="718" y="464"/>
                </a:lnTo>
                <a:close/>
                <a:moveTo>
                  <a:pt x="643" y="763"/>
                </a:moveTo>
                <a:lnTo>
                  <a:pt x="638" y="762"/>
                </a:lnTo>
                <a:lnTo>
                  <a:pt x="632" y="762"/>
                </a:lnTo>
                <a:lnTo>
                  <a:pt x="626" y="760"/>
                </a:lnTo>
                <a:lnTo>
                  <a:pt x="621" y="758"/>
                </a:lnTo>
                <a:lnTo>
                  <a:pt x="616" y="756"/>
                </a:lnTo>
                <a:lnTo>
                  <a:pt x="610" y="753"/>
                </a:lnTo>
                <a:lnTo>
                  <a:pt x="606" y="749"/>
                </a:lnTo>
                <a:lnTo>
                  <a:pt x="602" y="745"/>
                </a:lnTo>
                <a:lnTo>
                  <a:pt x="597" y="741"/>
                </a:lnTo>
                <a:lnTo>
                  <a:pt x="594" y="737"/>
                </a:lnTo>
                <a:lnTo>
                  <a:pt x="591" y="731"/>
                </a:lnTo>
                <a:lnTo>
                  <a:pt x="589" y="727"/>
                </a:lnTo>
                <a:lnTo>
                  <a:pt x="587" y="720"/>
                </a:lnTo>
                <a:lnTo>
                  <a:pt x="586" y="715"/>
                </a:lnTo>
                <a:lnTo>
                  <a:pt x="584" y="710"/>
                </a:lnTo>
                <a:lnTo>
                  <a:pt x="583" y="703"/>
                </a:lnTo>
                <a:lnTo>
                  <a:pt x="584" y="697"/>
                </a:lnTo>
                <a:lnTo>
                  <a:pt x="586" y="692"/>
                </a:lnTo>
                <a:lnTo>
                  <a:pt x="587" y="685"/>
                </a:lnTo>
                <a:lnTo>
                  <a:pt x="589" y="680"/>
                </a:lnTo>
                <a:lnTo>
                  <a:pt x="591" y="674"/>
                </a:lnTo>
                <a:lnTo>
                  <a:pt x="594" y="670"/>
                </a:lnTo>
                <a:lnTo>
                  <a:pt x="597" y="665"/>
                </a:lnTo>
                <a:lnTo>
                  <a:pt x="602" y="661"/>
                </a:lnTo>
                <a:lnTo>
                  <a:pt x="606" y="657"/>
                </a:lnTo>
                <a:lnTo>
                  <a:pt x="610" y="653"/>
                </a:lnTo>
                <a:lnTo>
                  <a:pt x="616" y="651"/>
                </a:lnTo>
                <a:lnTo>
                  <a:pt x="621" y="648"/>
                </a:lnTo>
                <a:lnTo>
                  <a:pt x="626" y="646"/>
                </a:lnTo>
                <a:lnTo>
                  <a:pt x="632" y="645"/>
                </a:lnTo>
                <a:lnTo>
                  <a:pt x="638" y="643"/>
                </a:lnTo>
                <a:lnTo>
                  <a:pt x="643" y="643"/>
                </a:lnTo>
                <a:lnTo>
                  <a:pt x="650" y="643"/>
                </a:lnTo>
                <a:lnTo>
                  <a:pt x="656" y="645"/>
                </a:lnTo>
                <a:lnTo>
                  <a:pt x="662" y="646"/>
                </a:lnTo>
                <a:lnTo>
                  <a:pt x="667" y="648"/>
                </a:lnTo>
                <a:lnTo>
                  <a:pt x="672" y="651"/>
                </a:lnTo>
                <a:lnTo>
                  <a:pt x="678" y="653"/>
                </a:lnTo>
                <a:lnTo>
                  <a:pt x="682" y="657"/>
                </a:lnTo>
                <a:lnTo>
                  <a:pt x="686" y="661"/>
                </a:lnTo>
                <a:lnTo>
                  <a:pt x="690" y="665"/>
                </a:lnTo>
                <a:lnTo>
                  <a:pt x="694" y="670"/>
                </a:lnTo>
                <a:lnTo>
                  <a:pt x="697" y="674"/>
                </a:lnTo>
                <a:lnTo>
                  <a:pt x="699" y="680"/>
                </a:lnTo>
                <a:lnTo>
                  <a:pt x="701" y="685"/>
                </a:lnTo>
                <a:lnTo>
                  <a:pt x="702" y="692"/>
                </a:lnTo>
                <a:lnTo>
                  <a:pt x="703" y="697"/>
                </a:lnTo>
                <a:lnTo>
                  <a:pt x="703" y="703"/>
                </a:lnTo>
                <a:lnTo>
                  <a:pt x="703" y="710"/>
                </a:lnTo>
                <a:lnTo>
                  <a:pt x="702" y="715"/>
                </a:lnTo>
                <a:lnTo>
                  <a:pt x="701" y="720"/>
                </a:lnTo>
                <a:lnTo>
                  <a:pt x="699" y="727"/>
                </a:lnTo>
                <a:lnTo>
                  <a:pt x="697" y="731"/>
                </a:lnTo>
                <a:lnTo>
                  <a:pt x="694" y="737"/>
                </a:lnTo>
                <a:lnTo>
                  <a:pt x="690" y="741"/>
                </a:lnTo>
                <a:lnTo>
                  <a:pt x="686" y="745"/>
                </a:lnTo>
                <a:lnTo>
                  <a:pt x="682" y="749"/>
                </a:lnTo>
                <a:lnTo>
                  <a:pt x="678" y="753"/>
                </a:lnTo>
                <a:lnTo>
                  <a:pt x="672" y="756"/>
                </a:lnTo>
                <a:lnTo>
                  <a:pt x="667" y="758"/>
                </a:lnTo>
                <a:lnTo>
                  <a:pt x="662" y="760"/>
                </a:lnTo>
                <a:lnTo>
                  <a:pt x="656" y="762"/>
                </a:lnTo>
                <a:lnTo>
                  <a:pt x="650" y="762"/>
                </a:lnTo>
                <a:lnTo>
                  <a:pt x="643" y="763"/>
                </a:lnTo>
                <a:close/>
                <a:moveTo>
                  <a:pt x="540" y="284"/>
                </a:moveTo>
                <a:lnTo>
                  <a:pt x="538" y="287"/>
                </a:lnTo>
                <a:lnTo>
                  <a:pt x="537" y="290"/>
                </a:lnTo>
                <a:lnTo>
                  <a:pt x="536" y="294"/>
                </a:lnTo>
                <a:lnTo>
                  <a:pt x="534" y="296"/>
                </a:lnTo>
                <a:lnTo>
                  <a:pt x="532" y="297"/>
                </a:lnTo>
                <a:lnTo>
                  <a:pt x="530" y="298"/>
                </a:lnTo>
                <a:lnTo>
                  <a:pt x="527" y="299"/>
                </a:lnTo>
                <a:lnTo>
                  <a:pt x="525" y="299"/>
                </a:lnTo>
                <a:lnTo>
                  <a:pt x="480" y="299"/>
                </a:lnTo>
                <a:lnTo>
                  <a:pt x="480" y="543"/>
                </a:lnTo>
                <a:lnTo>
                  <a:pt x="479" y="546"/>
                </a:lnTo>
                <a:lnTo>
                  <a:pt x="479" y="549"/>
                </a:lnTo>
                <a:lnTo>
                  <a:pt x="476" y="551"/>
                </a:lnTo>
                <a:lnTo>
                  <a:pt x="475" y="554"/>
                </a:lnTo>
                <a:lnTo>
                  <a:pt x="472" y="556"/>
                </a:lnTo>
                <a:lnTo>
                  <a:pt x="470" y="557"/>
                </a:lnTo>
                <a:lnTo>
                  <a:pt x="467" y="558"/>
                </a:lnTo>
                <a:lnTo>
                  <a:pt x="465" y="558"/>
                </a:lnTo>
                <a:lnTo>
                  <a:pt x="461" y="558"/>
                </a:lnTo>
                <a:lnTo>
                  <a:pt x="458" y="557"/>
                </a:lnTo>
                <a:lnTo>
                  <a:pt x="456" y="556"/>
                </a:lnTo>
                <a:lnTo>
                  <a:pt x="454" y="554"/>
                </a:lnTo>
                <a:lnTo>
                  <a:pt x="452" y="551"/>
                </a:lnTo>
                <a:lnTo>
                  <a:pt x="451" y="549"/>
                </a:lnTo>
                <a:lnTo>
                  <a:pt x="450" y="546"/>
                </a:lnTo>
                <a:lnTo>
                  <a:pt x="450" y="543"/>
                </a:lnTo>
                <a:lnTo>
                  <a:pt x="450" y="299"/>
                </a:lnTo>
                <a:lnTo>
                  <a:pt x="405" y="299"/>
                </a:lnTo>
                <a:lnTo>
                  <a:pt x="402" y="299"/>
                </a:lnTo>
                <a:lnTo>
                  <a:pt x="398" y="298"/>
                </a:lnTo>
                <a:lnTo>
                  <a:pt x="396" y="297"/>
                </a:lnTo>
                <a:lnTo>
                  <a:pt x="394" y="296"/>
                </a:lnTo>
                <a:lnTo>
                  <a:pt x="392" y="294"/>
                </a:lnTo>
                <a:lnTo>
                  <a:pt x="391" y="290"/>
                </a:lnTo>
                <a:lnTo>
                  <a:pt x="390" y="287"/>
                </a:lnTo>
                <a:lnTo>
                  <a:pt x="390" y="284"/>
                </a:lnTo>
                <a:lnTo>
                  <a:pt x="390" y="225"/>
                </a:lnTo>
                <a:lnTo>
                  <a:pt x="390" y="222"/>
                </a:lnTo>
                <a:lnTo>
                  <a:pt x="391" y="219"/>
                </a:lnTo>
                <a:lnTo>
                  <a:pt x="392" y="217"/>
                </a:lnTo>
                <a:lnTo>
                  <a:pt x="394" y="214"/>
                </a:lnTo>
                <a:lnTo>
                  <a:pt x="396" y="212"/>
                </a:lnTo>
                <a:lnTo>
                  <a:pt x="398" y="211"/>
                </a:lnTo>
                <a:lnTo>
                  <a:pt x="402" y="210"/>
                </a:lnTo>
                <a:lnTo>
                  <a:pt x="405" y="210"/>
                </a:lnTo>
                <a:lnTo>
                  <a:pt x="450" y="210"/>
                </a:lnTo>
                <a:lnTo>
                  <a:pt x="450" y="129"/>
                </a:lnTo>
                <a:lnTo>
                  <a:pt x="450" y="126"/>
                </a:lnTo>
                <a:lnTo>
                  <a:pt x="451" y="123"/>
                </a:lnTo>
                <a:lnTo>
                  <a:pt x="452" y="121"/>
                </a:lnTo>
                <a:lnTo>
                  <a:pt x="454" y="118"/>
                </a:lnTo>
                <a:lnTo>
                  <a:pt x="456" y="117"/>
                </a:lnTo>
                <a:lnTo>
                  <a:pt x="458" y="115"/>
                </a:lnTo>
                <a:lnTo>
                  <a:pt x="461" y="114"/>
                </a:lnTo>
                <a:lnTo>
                  <a:pt x="465" y="114"/>
                </a:lnTo>
                <a:lnTo>
                  <a:pt x="467" y="114"/>
                </a:lnTo>
                <a:lnTo>
                  <a:pt x="470" y="115"/>
                </a:lnTo>
                <a:lnTo>
                  <a:pt x="472" y="117"/>
                </a:lnTo>
                <a:lnTo>
                  <a:pt x="475" y="118"/>
                </a:lnTo>
                <a:lnTo>
                  <a:pt x="476" y="121"/>
                </a:lnTo>
                <a:lnTo>
                  <a:pt x="479" y="123"/>
                </a:lnTo>
                <a:lnTo>
                  <a:pt x="479" y="127"/>
                </a:lnTo>
                <a:lnTo>
                  <a:pt x="480" y="129"/>
                </a:lnTo>
                <a:lnTo>
                  <a:pt x="480" y="210"/>
                </a:lnTo>
                <a:lnTo>
                  <a:pt x="525" y="210"/>
                </a:lnTo>
                <a:lnTo>
                  <a:pt x="527" y="210"/>
                </a:lnTo>
                <a:lnTo>
                  <a:pt x="530" y="211"/>
                </a:lnTo>
                <a:lnTo>
                  <a:pt x="532" y="212"/>
                </a:lnTo>
                <a:lnTo>
                  <a:pt x="534" y="214"/>
                </a:lnTo>
                <a:lnTo>
                  <a:pt x="536" y="217"/>
                </a:lnTo>
                <a:lnTo>
                  <a:pt x="537" y="219"/>
                </a:lnTo>
                <a:lnTo>
                  <a:pt x="538" y="222"/>
                </a:lnTo>
                <a:lnTo>
                  <a:pt x="540" y="225"/>
                </a:lnTo>
                <a:lnTo>
                  <a:pt x="540" y="284"/>
                </a:lnTo>
                <a:close/>
                <a:moveTo>
                  <a:pt x="465" y="763"/>
                </a:moveTo>
                <a:lnTo>
                  <a:pt x="458" y="762"/>
                </a:lnTo>
                <a:lnTo>
                  <a:pt x="452" y="762"/>
                </a:lnTo>
                <a:lnTo>
                  <a:pt x="446" y="760"/>
                </a:lnTo>
                <a:lnTo>
                  <a:pt x="441" y="758"/>
                </a:lnTo>
                <a:lnTo>
                  <a:pt x="436" y="756"/>
                </a:lnTo>
                <a:lnTo>
                  <a:pt x="430" y="753"/>
                </a:lnTo>
                <a:lnTo>
                  <a:pt x="426" y="749"/>
                </a:lnTo>
                <a:lnTo>
                  <a:pt x="422" y="745"/>
                </a:lnTo>
                <a:lnTo>
                  <a:pt x="419" y="741"/>
                </a:lnTo>
                <a:lnTo>
                  <a:pt x="414" y="737"/>
                </a:lnTo>
                <a:lnTo>
                  <a:pt x="412" y="731"/>
                </a:lnTo>
                <a:lnTo>
                  <a:pt x="409" y="727"/>
                </a:lnTo>
                <a:lnTo>
                  <a:pt x="407" y="720"/>
                </a:lnTo>
                <a:lnTo>
                  <a:pt x="406" y="715"/>
                </a:lnTo>
                <a:lnTo>
                  <a:pt x="405" y="710"/>
                </a:lnTo>
                <a:lnTo>
                  <a:pt x="405" y="703"/>
                </a:lnTo>
                <a:lnTo>
                  <a:pt x="405" y="697"/>
                </a:lnTo>
                <a:lnTo>
                  <a:pt x="406" y="692"/>
                </a:lnTo>
                <a:lnTo>
                  <a:pt x="407" y="685"/>
                </a:lnTo>
                <a:lnTo>
                  <a:pt x="409" y="680"/>
                </a:lnTo>
                <a:lnTo>
                  <a:pt x="412" y="674"/>
                </a:lnTo>
                <a:lnTo>
                  <a:pt x="414" y="670"/>
                </a:lnTo>
                <a:lnTo>
                  <a:pt x="419" y="665"/>
                </a:lnTo>
                <a:lnTo>
                  <a:pt x="422" y="661"/>
                </a:lnTo>
                <a:lnTo>
                  <a:pt x="426" y="657"/>
                </a:lnTo>
                <a:lnTo>
                  <a:pt x="430" y="653"/>
                </a:lnTo>
                <a:lnTo>
                  <a:pt x="436" y="651"/>
                </a:lnTo>
                <a:lnTo>
                  <a:pt x="441" y="648"/>
                </a:lnTo>
                <a:lnTo>
                  <a:pt x="446" y="646"/>
                </a:lnTo>
                <a:lnTo>
                  <a:pt x="452" y="645"/>
                </a:lnTo>
                <a:lnTo>
                  <a:pt x="458" y="643"/>
                </a:lnTo>
                <a:lnTo>
                  <a:pt x="465" y="643"/>
                </a:lnTo>
                <a:lnTo>
                  <a:pt x="470" y="643"/>
                </a:lnTo>
                <a:lnTo>
                  <a:pt x="476" y="645"/>
                </a:lnTo>
                <a:lnTo>
                  <a:pt x="482" y="646"/>
                </a:lnTo>
                <a:lnTo>
                  <a:pt x="487" y="648"/>
                </a:lnTo>
                <a:lnTo>
                  <a:pt x="492" y="651"/>
                </a:lnTo>
                <a:lnTo>
                  <a:pt x="498" y="653"/>
                </a:lnTo>
                <a:lnTo>
                  <a:pt x="502" y="657"/>
                </a:lnTo>
                <a:lnTo>
                  <a:pt x="506" y="661"/>
                </a:lnTo>
                <a:lnTo>
                  <a:pt x="511" y="665"/>
                </a:lnTo>
                <a:lnTo>
                  <a:pt x="514" y="670"/>
                </a:lnTo>
                <a:lnTo>
                  <a:pt x="517" y="674"/>
                </a:lnTo>
                <a:lnTo>
                  <a:pt x="519" y="680"/>
                </a:lnTo>
                <a:lnTo>
                  <a:pt x="521" y="685"/>
                </a:lnTo>
                <a:lnTo>
                  <a:pt x="522" y="692"/>
                </a:lnTo>
                <a:lnTo>
                  <a:pt x="524" y="697"/>
                </a:lnTo>
                <a:lnTo>
                  <a:pt x="525" y="703"/>
                </a:lnTo>
                <a:lnTo>
                  <a:pt x="524" y="710"/>
                </a:lnTo>
                <a:lnTo>
                  <a:pt x="522" y="715"/>
                </a:lnTo>
                <a:lnTo>
                  <a:pt x="521" y="720"/>
                </a:lnTo>
                <a:lnTo>
                  <a:pt x="519" y="727"/>
                </a:lnTo>
                <a:lnTo>
                  <a:pt x="517" y="731"/>
                </a:lnTo>
                <a:lnTo>
                  <a:pt x="514" y="737"/>
                </a:lnTo>
                <a:lnTo>
                  <a:pt x="511" y="741"/>
                </a:lnTo>
                <a:lnTo>
                  <a:pt x="506" y="745"/>
                </a:lnTo>
                <a:lnTo>
                  <a:pt x="502" y="749"/>
                </a:lnTo>
                <a:lnTo>
                  <a:pt x="498" y="753"/>
                </a:lnTo>
                <a:lnTo>
                  <a:pt x="492" y="756"/>
                </a:lnTo>
                <a:lnTo>
                  <a:pt x="487" y="758"/>
                </a:lnTo>
                <a:lnTo>
                  <a:pt x="482" y="760"/>
                </a:lnTo>
                <a:lnTo>
                  <a:pt x="476" y="762"/>
                </a:lnTo>
                <a:lnTo>
                  <a:pt x="470" y="762"/>
                </a:lnTo>
                <a:lnTo>
                  <a:pt x="465" y="763"/>
                </a:lnTo>
                <a:close/>
                <a:moveTo>
                  <a:pt x="330" y="404"/>
                </a:moveTo>
                <a:lnTo>
                  <a:pt x="330" y="407"/>
                </a:lnTo>
                <a:lnTo>
                  <a:pt x="329" y="410"/>
                </a:lnTo>
                <a:lnTo>
                  <a:pt x="328" y="412"/>
                </a:lnTo>
                <a:lnTo>
                  <a:pt x="326" y="414"/>
                </a:lnTo>
                <a:lnTo>
                  <a:pt x="323" y="417"/>
                </a:lnTo>
                <a:lnTo>
                  <a:pt x="320" y="418"/>
                </a:lnTo>
                <a:lnTo>
                  <a:pt x="318" y="419"/>
                </a:lnTo>
                <a:lnTo>
                  <a:pt x="315" y="419"/>
                </a:lnTo>
                <a:lnTo>
                  <a:pt x="270" y="419"/>
                </a:lnTo>
                <a:lnTo>
                  <a:pt x="270" y="543"/>
                </a:lnTo>
                <a:lnTo>
                  <a:pt x="270" y="546"/>
                </a:lnTo>
                <a:lnTo>
                  <a:pt x="269" y="549"/>
                </a:lnTo>
                <a:lnTo>
                  <a:pt x="268" y="551"/>
                </a:lnTo>
                <a:lnTo>
                  <a:pt x="266" y="554"/>
                </a:lnTo>
                <a:lnTo>
                  <a:pt x="263" y="556"/>
                </a:lnTo>
                <a:lnTo>
                  <a:pt x="260" y="557"/>
                </a:lnTo>
                <a:lnTo>
                  <a:pt x="258" y="558"/>
                </a:lnTo>
                <a:lnTo>
                  <a:pt x="255" y="558"/>
                </a:lnTo>
                <a:lnTo>
                  <a:pt x="252" y="558"/>
                </a:lnTo>
                <a:lnTo>
                  <a:pt x="250" y="557"/>
                </a:lnTo>
                <a:lnTo>
                  <a:pt x="246" y="556"/>
                </a:lnTo>
                <a:lnTo>
                  <a:pt x="244" y="554"/>
                </a:lnTo>
                <a:lnTo>
                  <a:pt x="242" y="551"/>
                </a:lnTo>
                <a:lnTo>
                  <a:pt x="241" y="549"/>
                </a:lnTo>
                <a:lnTo>
                  <a:pt x="240" y="546"/>
                </a:lnTo>
                <a:lnTo>
                  <a:pt x="240" y="543"/>
                </a:lnTo>
                <a:lnTo>
                  <a:pt x="240" y="419"/>
                </a:lnTo>
                <a:lnTo>
                  <a:pt x="195" y="419"/>
                </a:lnTo>
                <a:lnTo>
                  <a:pt x="192" y="419"/>
                </a:lnTo>
                <a:lnTo>
                  <a:pt x="190" y="418"/>
                </a:lnTo>
                <a:lnTo>
                  <a:pt x="186" y="417"/>
                </a:lnTo>
                <a:lnTo>
                  <a:pt x="184" y="414"/>
                </a:lnTo>
                <a:lnTo>
                  <a:pt x="183" y="412"/>
                </a:lnTo>
                <a:lnTo>
                  <a:pt x="181" y="410"/>
                </a:lnTo>
                <a:lnTo>
                  <a:pt x="180" y="407"/>
                </a:lnTo>
                <a:lnTo>
                  <a:pt x="180" y="404"/>
                </a:lnTo>
                <a:lnTo>
                  <a:pt x="180" y="344"/>
                </a:lnTo>
                <a:lnTo>
                  <a:pt x="180" y="342"/>
                </a:lnTo>
                <a:lnTo>
                  <a:pt x="181" y="339"/>
                </a:lnTo>
                <a:lnTo>
                  <a:pt x="183" y="336"/>
                </a:lnTo>
                <a:lnTo>
                  <a:pt x="184" y="334"/>
                </a:lnTo>
                <a:lnTo>
                  <a:pt x="186" y="332"/>
                </a:lnTo>
                <a:lnTo>
                  <a:pt x="190" y="331"/>
                </a:lnTo>
                <a:lnTo>
                  <a:pt x="192" y="330"/>
                </a:lnTo>
                <a:lnTo>
                  <a:pt x="195" y="329"/>
                </a:lnTo>
                <a:lnTo>
                  <a:pt x="240" y="329"/>
                </a:lnTo>
                <a:lnTo>
                  <a:pt x="240" y="129"/>
                </a:lnTo>
                <a:lnTo>
                  <a:pt x="240" y="126"/>
                </a:lnTo>
                <a:lnTo>
                  <a:pt x="241" y="123"/>
                </a:lnTo>
                <a:lnTo>
                  <a:pt x="242" y="121"/>
                </a:lnTo>
                <a:lnTo>
                  <a:pt x="244" y="118"/>
                </a:lnTo>
                <a:lnTo>
                  <a:pt x="246" y="117"/>
                </a:lnTo>
                <a:lnTo>
                  <a:pt x="250" y="115"/>
                </a:lnTo>
                <a:lnTo>
                  <a:pt x="252" y="114"/>
                </a:lnTo>
                <a:lnTo>
                  <a:pt x="255" y="114"/>
                </a:lnTo>
                <a:lnTo>
                  <a:pt x="258" y="114"/>
                </a:lnTo>
                <a:lnTo>
                  <a:pt x="260" y="115"/>
                </a:lnTo>
                <a:lnTo>
                  <a:pt x="263" y="117"/>
                </a:lnTo>
                <a:lnTo>
                  <a:pt x="266" y="118"/>
                </a:lnTo>
                <a:lnTo>
                  <a:pt x="268" y="121"/>
                </a:lnTo>
                <a:lnTo>
                  <a:pt x="269" y="123"/>
                </a:lnTo>
                <a:lnTo>
                  <a:pt x="270" y="127"/>
                </a:lnTo>
                <a:lnTo>
                  <a:pt x="270" y="129"/>
                </a:lnTo>
                <a:lnTo>
                  <a:pt x="270" y="329"/>
                </a:lnTo>
                <a:lnTo>
                  <a:pt x="315" y="329"/>
                </a:lnTo>
                <a:lnTo>
                  <a:pt x="318" y="330"/>
                </a:lnTo>
                <a:lnTo>
                  <a:pt x="320" y="331"/>
                </a:lnTo>
                <a:lnTo>
                  <a:pt x="323" y="332"/>
                </a:lnTo>
                <a:lnTo>
                  <a:pt x="326" y="334"/>
                </a:lnTo>
                <a:lnTo>
                  <a:pt x="328" y="336"/>
                </a:lnTo>
                <a:lnTo>
                  <a:pt x="329" y="339"/>
                </a:lnTo>
                <a:lnTo>
                  <a:pt x="330" y="342"/>
                </a:lnTo>
                <a:lnTo>
                  <a:pt x="330" y="344"/>
                </a:lnTo>
                <a:lnTo>
                  <a:pt x="330" y="404"/>
                </a:lnTo>
                <a:close/>
                <a:moveTo>
                  <a:pt x="255" y="763"/>
                </a:moveTo>
                <a:lnTo>
                  <a:pt x="249" y="762"/>
                </a:lnTo>
                <a:lnTo>
                  <a:pt x="243" y="762"/>
                </a:lnTo>
                <a:lnTo>
                  <a:pt x="237" y="760"/>
                </a:lnTo>
                <a:lnTo>
                  <a:pt x="231" y="758"/>
                </a:lnTo>
                <a:lnTo>
                  <a:pt x="226" y="756"/>
                </a:lnTo>
                <a:lnTo>
                  <a:pt x="222" y="753"/>
                </a:lnTo>
                <a:lnTo>
                  <a:pt x="216" y="749"/>
                </a:lnTo>
                <a:lnTo>
                  <a:pt x="212" y="745"/>
                </a:lnTo>
                <a:lnTo>
                  <a:pt x="209" y="741"/>
                </a:lnTo>
                <a:lnTo>
                  <a:pt x="206" y="737"/>
                </a:lnTo>
                <a:lnTo>
                  <a:pt x="203" y="731"/>
                </a:lnTo>
                <a:lnTo>
                  <a:pt x="200" y="727"/>
                </a:lnTo>
                <a:lnTo>
                  <a:pt x="198" y="720"/>
                </a:lnTo>
                <a:lnTo>
                  <a:pt x="196" y="715"/>
                </a:lnTo>
                <a:lnTo>
                  <a:pt x="195" y="710"/>
                </a:lnTo>
                <a:lnTo>
                  <a:pt x="195" y="703"/>
                </a:lnTo>
                <a:lnTo>
                  <a:pt x="195" y="697"/>
                </a:lnTo>
                <a:lnTo>
                  <a:pt x="196" y="692"/>
                </a:lnTo>
                <a:lnTo>
                  <a:pt x="198" y="685"/>
                </a:lnTo>
                <a:lnTo>
                  <a:pt x="200" y="680"/>
                </a:lnTo>
                <a:lnTo>
                  <a:pt x="203" y="674"/>
                </a:lnTo>
                <a:lnTo>
                  <a:pt x="206" y="670"/>
                </a:lnTo>
                <a:lnTo>
                  <a:pt x="209" y="665"/>
                </a:lnTo>
                <a:lnTo>
                  <a:pt x="212" y="661"/>
                </a:lnTo>
                <a:lnTo>
                  <a:pt x="216" y="657"/>
                </a:lnTo>
                <a:lnTo>
                  <a:pt x="222" y="653"/>
                </a:lnTo>
                <a:lnTo>
                  <a:pt x="226" y="651"/>
                </a:lnTo>
                <a:lnTo>
                  <a:pt x="231" y="648"/>
                </a:lnTo>
                <a:lnTo>
                  <a:pt x="237" y="646"/>
                </a:lnTo>
                <a:lnTo>
                  <a:pt x="243" y="645"/>
                </a:lnTo>
                <a:lnTo>
                  <a:pt x="249" y="643"/>
                </a:lnTo>
                <a:lnTo>
                  <a:pt x="255" y="643"/>
                </a:lnTo>
                <a:lnTo>
                  <a:pt x="261" y="643"/>
                </a:lnTo>
                <a:lnTo>
                  <a:pt x="267" y="645"/>
                </a:lnTo>
                <a:lnTo>
                  <a:pt x="273" y="646"/>
                </a:lnTo>
                <a:lnTo>
                  <a:pt x="278" y="648"/>
                </a:lnTo>
                <a:lnTo>
                  <a:pt x="284" y="651"/>
                </a:lnTo>
                <a:lnTo>
                  <a:pt x="288" y="653"/>
                </a:lnTo>
                <a:lnTo>
                  <a:pt x="293" y="657"/>
                </a:lnTo>
                <a:lnTo>
                  <a:pt x="298" y="661"/>
                </a:lnTo>
                <a:lnTo>
                  <a:pt x="301" y="665"/>
                </a:lnTo>
                <a:lnTo>
                  <a:pt x="304" y="670"/>
                </a:lnTo>
                <a:lnTo>
                  <a:pt x="307" y="674"/>
                </a:lnTo>
                <a:lnTo>
                  <a:pt x="311" y="680"/>
                </a:lnTo>
                <a:lnTo>
                  <a:pt x="312" y="685"/>
                </a:lnTo>
                <a:lnTo>
                  <a:pt x="314" y="692"/>
                </a:lnTo>
                <a:lnTo>
                  <a:pt x="315" y="697"/>
                </a:lnTo>
                <a:lnTo>
                  <a:pt x="315" y="703"/>
                </a:lnTo>
                <a:lnTo>
                  <a:pt x="315" y="710"/>
                </a:lnTo>
                <a:lnTo>
                  <a:pt x="314" y="715"/>
                </a:lnTo>
                <a:lnTo>
                  <a:pt x="312" y="720"/>
                </a:lnTo>
                <a:lnTo>
                  <a:pt x="311" y="727"/>
                </a:lnTo>
                <a:lnTo>
                  <a:pt x="307" y="731"/>
                </a:lnTo>
                <a:lnTo>
                  <a:pt x="304" y="737"/>
                </a:lnTo>
                <a:lnTo>
                  <a:pt x="301" y="741"/>
                </a:lnTo>
                <a:lnTo>
                  <a:pt x="298" y="745"/>
                </a:lnTo>
                <a:lnTo>
                  <a:pt x="293" y="749"/>
                </a:lnTo>
                <a:lnTo>
                  <a:pt x="288" y="753"/>
                </a:lnTo>
                <a:lnTo>
                  <a:pt x="284" y="756"/>
                </a:lnTo>
                <a:lnTo>
                  <a:pt x="278" y="758"/>
                </a:lnTo>
                <a:lnTo>
                  <a:pt x="273" y="760"/>
                </a:lnTo>
                <a:lnTo>
                  <a:pt x="267" y="762"/>
                </a:lnTo>
                <a:lnTo>
                  <a:pt x="261" y="762"/>
                </a:lnTo>
                <a:lnTo>
                  <a:pt x="255" y="763"/>
                </a:lnTo>
                <a:close/>
                <a:moveTo>
                  <a:pt x="883" y="0"/>
                </a:moveTo>
                <a:lnTo>
                  <a:pt x="15" y="0"/>
                </a:lnTo>
                <a:lnTo>
                  <a:pt x="13" y="0"/>
                </a:lnTo>
                <a:lnTo>
                  <a:pt x="10" y="2"/>
                </a:lnTo>
                <a:lnTo>
                  <a:pt x="8" y="3"/>
                </a:lnTo>
                <a:lnTo>
                  <a:pt x="6" y="5"/>
                </a:lnTo>
                <a:lnTo>
                  <a:pt x="3" y="7"/>
                </a:lnTo>
                <a:lnTo>
                  <a:pt x="2" y="10"/>
                </a:lnTo>
                <a:lnTo>
                  <a:pt x="1" y="12"/>
                </a:lnTo>
                <a:lnTo>
                  <a:pt x="0" y="15"/>
                </a:lnTo>
                <a:lnTo>
                  <a:pt x="0" y="883"/>
                </a:lnTo>
                <a:lnTo>
                  <a:pt x="1" y="886"/>
                </a:lnTo>
                <a:lnTo>
                  <a:pt x="2" y="888"/>
                </a:lnTo>
                <a:lnTo>
                  <a:pt x="3" y="892"/>
                </a:lnTo>
                <a:lnTo>
                  <a:pt x="6" y="894"/>
                </a:lnTo>
                <a:lnTo>
                  <a:pt x="8" y="895"/>
                </a:lnTo>
                <a:lnTo>
                  <a:pt x="10" y="897"/>
                </a:lnTo>
                <a:lnTo>
                  <a:pt x="13" y="897"/>
                </a:lnTo>
                <a:lnTo>
                  <a:pt x="15" y="898"/>
                </a:lnTo>
                <a:lnTo>
                  <a:pt x="883" y="898"/>
                </a:lnTo>
                <a:lnTo>
                  <a:pt x="886" y="897"/>
                </a:lnTo>
                <a:lnTo>
                  <a:pt x="888" y="897"/>
                </a:lnTo>
                <a:lnTo>
                  <a:pt x="892" y="895"/>
                </a:lnTo>
                <a:lnTo>
                  <a:pt x="894" y="894"/>
                </a:lnTo>
                <a:lnTo>
                  <a:pt x="896" y="892"/>
                </a:lnTo>
                <a:lnTo>
                  <a:pt x="897" y="888"/>
                </a:lnTo>
                <a:lnTo>
                  <a:pt x="898" y="886"/>
                </a:lnTo>
                <a:lnTo>
                  <a:pt x="898" y="883"/>
                </a:lnTo>
                <a:lnTo>
                  <a:pt x="898" y="15"/>
                </a:lnTo>
                <a:lnTo>
                  <a:pt x="898" y="12"/>
                </a:lnTo>
                <a:lnTo>
                  <a:pt x="897" y="10"/>
                </a:lnTo>
                <a:lnTo>
                  <a:pt x="896" y="7"/>
                </a:lnTo>
                <a:lnTo>
                  <a:pt x="894" y="5"/>
                </a:lnTo>
                <a:lnTo>
                  <a:pt x="892" y="3"/>
                </a:lnTo>
                <a:lnTo>
                  <a:pt x="888" y="2"/>
                </a:lnTo>
                <a:lnTo>
                  <a:pt x="886" y="0"/>
                </a:lnTo>
                <a:lnTo>
                  <a:pt x="88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685E03-4147-A500-3911-7B69F2DF4AFC}"/>
              </a:ext>
            </a:extLst>
          </p:cNvPr>
          <p:cNvSpPr txBox="1"/>
          <p:nvPr/>
        </p:nvSpPr>
        <p:spPr>
          <a:xfrm>
            <a:off x="1251284" y="966097"/>
            <a:ext cx="98947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Concentrate mitigation in July-October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mitigations on the two largest highest-scoring FAA regions (ASO and AEA).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Improved deer control on the runway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Standardize and require all wildlife strikes to be reported, damaging or not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on species identification using DNA or feather analysis for a more complete report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C00029-6BB9-A37D-85E1-0D4738F1F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637" y="2748663"/>
            <a:ext cx="6148871" cy="369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31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278a402-1a9e-4eb9-8414-ffb55a5fcf1e}" enabled="0" method="" siteId="{4278a402-1a9e-4eb9-8414-ffb55a5fcf1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951</TotalTime>
  <Words>674</Words>
  <Application>Microsoft Office PowerPoint</Application>
  <PresentationFormat>Widescreen</PresentationFormat>
  <Paragraphs>99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Cambria</vt:lpstr>
      <vt:lpstr>Century Gothic</vt:lpstr>
      <vt:lpstr>Segoe UI</vt:lpstr>
      <vt:lpstr>Segoe UI Light</vt:lpstr>
      <vt:lpstr>Office Theme</vt:lpstr>
      <vt:lpstr>Aviation Wildlife Strike Risk:  An analysis of FAA Wildlife strike reports  </vt:lpstr>
      <vt:lpstr>PowerPoint Presentation</vt:lpstr>
      <vt:lpstr>PowerPoint Presentation</vt:lpstr>
      <vt:lpstr>Do strikes cluster seasonally?</vt:lpstr>
      <vt:lpstr>PowerPoint Presentation</vt:lpstr>
      <vt:lpstr>PowerPoint Presentation</vt:lpstr>
      <vt:lpstr>Can we profile airports and regions by risk?</vt:lpstr>
      <vt:lpstr>PowerPoint Presentation</vt:lpstr>
      <vt:lpstr>PowerPoint Presentation</vt:lpstr>
      <vt:lpstr>Which combinations cause damage?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Can we predict damage at impact?</vt:lpstr>
      <vt:lpstr>PowerPoint Presentation</vt:lpstr>
      <vt:lpstr>PowerPoint Presentation</vt:lpstr>
      <vt:lpstr>Limitations</vt:lpstr>
      <vt:lpstr>PowerPoint Presentation</vt:lpstr>
      <vt:lpstr>Recommendations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Adis Delanovic</dc:creator>
  <cp:lastModifiedBy>Adis Delanovic</cp:lastModifiedBy>
  <cp:revision>7</cp:revision>
  <dcterms:created xsi:type="dcterms:W3CDTF">2026-09-18T11:03:20Z</dcterms:created>
  <dcterms:modified xsi:type="dcterms:W3CDTF">2026-09-22T12:15:05Z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0x010100E6042A264529A34598D8F356E0EC068F</vt:lpwstr>
  </property>
</Properties>
</file>